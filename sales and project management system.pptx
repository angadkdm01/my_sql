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3" r:id="rId1"/>
  </p:sldMasterIdLst>
  <p:sldIdLst>
    <p:sldId id="256" r:id="rId2"/>
    <p:sldId id="284" r:id="rId3"/>
    <p:sldId id="285" r:id="rId4"/>
    <p:sldId id="264" r:id="rId5"/>
    <p:sldId id="281" r:id="rId6"/>
    <p:sldId id="265" r:id="rId7"/>
    <p:sldId id="266" r:id="rId8"/>
    <p:sldId id="267" r:id="rId9"/>
    <p:sldId id="268" r:id="rId10"/>
    <p:sldId id="269" r:id="rId11"/>
    <p:sldId id="271" r:id="rId12"/>
    <p:sldId id="272" r:id="rId13"/>
    <p:sldId id="273" r:id="rId14"/>
    <p:sldId id="274" r:id="rId15"/>
    <p:sldId id="275" r:id="rId16"/>
    <p:sldId id="277" r:id="rId17"/>
    <p:sldId id="262" r:id="rId18"/>
    <p:sldId id="279" r:id="rId19"/>
    <p:sldId id="286" r:id="rId20"/>
    <p:sldId id="287"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84" d="100"/>
          <a:sy n="84" d="100"/>
        </p:scale>
        <p:origin x="658"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diagrams/_rels/drawing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diagrams/colors1.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C2727CA-3F2E-402E-A294-9336CECE0780}"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E9501379-30B5-463B-8AE2-C55DB3668FEF}">
      <dgm:prSet custT="1"/>
      <dgm:spPr/>
      <dgm:t>
        <a:bodyPr/>
        <a:lstStyle/>
        <a:p>
          <a:pPr>
            <a:lnSpc>
              <a:spcPct val="100000"/>
            </a:lnSpc>
          </a:pPr>
          <a:r>
            <a:rPr lang="en-US" sz="2000" b="0" i="0" dirty="0">
              <a:latin typeface="__Inter_d65c78"/>
            </a:rPr>
            <a:t>To create a structured database for managing sales data.</a:t>
          </a:r>
          <a:endParaRPr lang="en-US" sz="2000" dirty="0">
            <a:latin typeface="__Inter_d65c78"/>
          </a:endParaRPr>
        </a:p>
      </dgm:t>
    </dgm:pt>
    <dgm:pt modelId="{4B6091BB-5A48-4849-92A4-7945EA24067E}" type="parTrans" cxnId="{19DFB9D5-6EE5-43BD-A05F-5148131B7095}">
      <dgm:prSet/>
      <dgm:spPr/>
      <dgm:t>
        <a:bodyPr/>
        <a:lstStyle/>
        <a:p>
          <a:endParaRPr lang="en-US"/>
        </a:p>
      </dgm:t>
    </dgm:pt>
    <dgm:pt modelId="{73F085D9-1D8F-497B-BE9B-209670133CF1}" type="sibTrans" cxnId="{19DFB9D5-6EE5-43BD-A05F-5148131B7095}">
      <dgm:prSet/>
      <dgm:spPr/>
      <dgm:t>
        <a:bodyPr/>
        <a:lstStyle/>
        <a:p>
          <a:endParaRPr lang="en-US"/>
        </a:p>
      </dgm:t>
    </dgm:pt>
    <dgm:pt modelId="{6B6EC293-D6DA-4088-9999-22D21B6D12D5}">
      <dgm:prSet custT="1"/>
      <dgm:spPr/>
      <dgm:t>
        <a:bodyPr/>
        <a:lstStyle/>
        <a:p>
          <a:pPr>
            <a:lnSpc>
              <a:spcPct val="100000"/>
            </a:lnSpc>
          </a:pPr>
          <a:r>
            <a:rPr lang="en-US" sz="2000" b="0" i="0" dirty="0">
              <a:latin typeface="__Inter_d65c78"/>
            </a:rPr>
            <a:t>To ensure data integrity and prevent duplication.</a:t>
          </a:r>
          <a:endParaRPr lang="en-US" sz="2000" dirty="0">
            <a:latin typeface="__Inter_d65c78"/>
          </a:endParaRPr>
        </a:p>
      </dgm:t>
    </dgm:pt>
    <dgm:pt modelId="{3E545D72-0DD4-44DB-B3A1-1DE09EF023E7}" type="parTrans" cxnId="{9DEA773E-B36B-45FF-81E1-FE7DC55FB1CC}">
      <dgm:prSet/>
      <dgm:spPr/>
      <dgm:t>
        <a:bodyPr/>
        <a:lstStyle/>
        <a:p>
          <a:endParaRPr lang="en-US"/>
        </a:p>
      </dgm:t>
    </dgm:pt>
    <dgm:pt modelId="{63485E3B-29A6-4910-BD89-24953358B901}" type="sibTrans" cxnId="{9DEA773E-B36B-45FF-81E1-FE7DC55FB1CC}">
      <dgm:prSet/>
      <dgm:spPr/>
      <dgm:t>
        <a:bodyPr/>
        <a:lstStyle/>
        <a:p>
          <a:endParaRPr lang="en-US"/>
        </a:p>
      </dgm:t>
    </dgm:pt>
    <dgm:pt modelId="{819364EA-18E5-42A7-938C-FB1B101CDF10}">
      <dgm:prSet custT="1"/>
      <dgm:spPr/>
      <dgm:t>
        <a:bodyPr/>
        <a:lstStyle/>
        <a:p>
          <a:pPr>
            <a:lnSpc>
              <a:spcPct val="100000"/>
            </a:lnSpc>
          </a:pPr>
          <a:r>
            <a:rPr lang="en-US" sz="2000" b="0" i="0" dirty="0">
              <a:latin typeface="__Inter_d65c78"/>
            </a:rPr>
            <a:t>To facilitate easy access to sales and product information for analysis.</a:t>
          </a:r>
          <a:endParaRPr lang="en-US" sz="2000" dirty="0">
            <a:latin typeface="__Inter_d65c78"/>
          </a:endParaRPr>
        </a:p>
      </dgm:t>
    </dgm:pt>
    <dgm:pt modelId="{BA3A1C68-4CA0-42A8-8350-6414F37FF21F}" type="parTrans" cxnId="{F9C41E9B-8EE0-490B-A11F-5844AA0F2522}">
      <dgm:prSet/>
      <dgm:spPr/>
      <dgm:t>
        <a:bodyPr/>
        <a:lstStyle/>
        <a:p>
          <a:endParaRPr lang="en-US"/>
        </a:p>
      </dgm:t>
    </dgm:pt>
    <dgm:pt modelId="{A05F567A-E8C0-46D8-895F-8B4A32BE8B0A}" type="sibTrans" cxnId="{F9C41E9B-8EE0-490B-A11F-5844AA0F2522}">
      <dgm:prSet/>
      <dgm:spPr/>
      <dgm:t>
        <a:bodyPr/>
        <a:lstStyle/>
        <a:p>
          <a:endParaRPr lang="en-US"/>
        </a:p>
      </dgm:t>
    </dgm:pt>
    <dgm:pt modelId="{8E035C36-D754-49EF-BE79-4A405349B542}" type="pres">
      <dgm:prSet presAssocID="{CC2727CA-3F2E-402E-A294-9336CECE0780}" presName="root" presStyleCnt="0">
        <dgm:presLayoutVars>
          <dgm:dir/>
          <dgm:resizeHandles val="exact"/>
        </dgm:presLayoutVars>
      </dgm:prSet>
      <dgm:spPr/>
    </dgm:pt>
    <dgm:pt modelId="{3B177D97-9867-4507-B977-F7701E14E8FE}" type="pres">
      <dgm:prSet presAssocID="{E9501379-30B5-463B-8AE2-C55DB3668FEF}" presName="compNode" presStyleCnt="0"/>
      <dgm:spPr/>
    </dgm:pt>
    <dgm:pt modelId="{38A52971-DE14-4B1B-9FC0-A591DD94DA53}" type="pres">
      <dgm:prSet presAssocID="{E9501379-30B5-463B-8AE2-C55DB3668FEF}"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atabase"/>
        </a:ext>
      </dgm:extLst>
    </dgm:pt>
    <dgm:pt modelId="{8186EEDE-8CC7-4C5A-B722-A4F94977CA70}" type="pres">
      <dgm:prSet presAssocID="{E9501379-30B5-463B-8AE2-C55DB3668FEF}" presName="spaceRect" presStyleCnt="0"/>
      <dgm:spPr/>
    </dgm:pt>
    <dgm:pt modelId="{7161C82F-46DC-4813-B75F-59F36C6FA3FD}" type="pres">
      <dgm:prSet presAssocID="{E9501379-30B5-463B-8AE2-C55DB3668FEF}" presName="textRect" presStyleLbl="revTx" presStyleIdx="0" presStyleCnt="3" custScaleX="148646">
        <dgm:presLayoutVars>
          <dgm:chMax val="1"/>
          <dgm:chPref val="1"/>
        </dgm:presLayoutVars>
      </dgm:prSet>
      <dgm:spPr/>
    </dgm:pt>
    <dgm:pt modelId="{657DF437-ED47-44AE-8031-7DB418C5C2DE}" type="pres">
      <dgm:prSet presAssocID="{73F085D9-1D8F-497B-BE9B-209670133CF1}" presName="sibTrans" presStyleCnt="0"/>
      <dgm:spPr/>
    </dgm:pt>
    <dgm:pt modelId="{7E25A23B-60F6-41EC-A5AA-F328019FB5F4}" type="pres">
      <dgm:prSet presAssocID="{6B6EC293-D6DA-4088-9999-22D21B6D12D5}" presName="compNode" presStyleCnt="0"/>
      <dgm:spPr/>
    </dgm:pt>
    <dgm:pt modelId="{E6B5D316-9366-451D-9331-ACAEB6250B1C}" type="pres">
      <dgm:prSet presAssocID="{6B6EC293-D6DA-4088-9999-22D21B6D12D5}"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hredder"/>
        </a:ext>
      </dgm:extLst>
    </dgm:pt>
    <dgm:pt modelId="{62A779BE-ED5E-47E3-9C9B-16A61815D33A}" type="pres">
      <dgm:prSet presAssocID="{6B6EC293-D6DA-4088-9999-22D21B6D12D5}" presName="spaceRect" presStyleCnt="0"/>
      <dgm:spPr/>
    </dgm:pt>
    <dgm:pt modelId="{773AD5C0-D68D-49D6-99F0-04A1EDFE9B14}" type="pres">
      <dgm:prSet presAssocID="{6B6EC293-D6DA-4088-9999-22D21B6D12D5}" presName="textRect" presStyleLbl="revTx" presStyleIdx="1" presStyleCnt="3" custScaleX="153753">
        <dgm:presLayoutVars>
          <dgm:chMax val="1"/>
          <dgm:chPref val="1"/>
        </dgm:presLayoutVars>
      </dgm:prSet>
      <dgm:spPr/>
    </dgm:pt>
    <dgm:pt modelId="{F2724ECA-9CA3-46BC-B8C9-12B71C2B70A3}" type="pres">
      <dgm:prSet presAssocID="{63485E3B-29A6-4910-BD89-24953358B901}" presName="sibTrans" presStyleCnt="0"/>
      <dgm:spPr/>
    </dgm:pt>
    <dgm:pt modelId="{5B59F13C-B4AF-455D-8D73-BA63C7D8138C}" type="pres">
      <dgm:prSet presAssocID="{819364EA-18E5-42A7-938C-FB1B101CDF10}" presName="compNode" presStyleCnt="0"/>
      <dgm:spPr/>
    </dgm:pt>
    <dgm:pt modelId="{A82401FB-BB5C-4027-985C-A4B50E8AF096}" type="pres">
      <dgm:prSet presAssocID="{819364EA-18E5-42A7-938C-FB1B101CDF10}"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Magnifying glass"/>
        </a:ext>
      </dgm:extLst>
    </dgm:pt>
    <dgm:pt modelId="{C7344F82-40D7-4F98-8BE4-0C27E8CAD683}" type="pres">
      <dgm:prSet presAssocID="{819364EA-18E5-42A7-938C-FB1B101CDF10}" presName="spaceRect" presStyleCnt="0"/>
      <dgm:spPr/>
    </dgm:pt>
    <dgm:pt modelId="{C9C79BE0-610E-43E1-AD75-4B3C147BDAE3}" type="pres">
      <dgm:prSet presAssocID="{819364EA-18E5-42A7-938C-FB1B101CDF10}" presName="textRect" presStyleLbl="revTx" presStyleIdx="2" presStyleCnt="3" custScaleX="169600">
        <dgm:presLayoutVars>
          <dgm:chMax val="1"/>
          <dgm:chPref val="1"/>
        </dgm:presLayoutVars>
      </dgm:prSet>
      <dgm:spPr/>
    </dgm:pt>
  </dgm:ptLst>
  <dgm:cxnLst>
    <dgm:cxn modelId="{DB798E17-ACD5-4948-82C7-178E8B85BC0A}" type="presOf" srcId="{CC2727CA-3F2E-402E-A294-9336CECE0780}" destId="{8E035C36-D754-49EF-BE79-4A405349B542}" srcOrd="0" destOrd="0" presId="urn:microsoft.com/office/officeart/2018/2/layout/IconLabelList"/>
    <dgm:cxn modelId="{9DEA773E-B36B-45FF-81E1-FE7DC55FB1CC}" srcId="{CC2727CA-3F2E-402E-A294-9336CECE0780}" destId="{6B6EC293-D6DA-4088-9999-22D21B6D12D5}" srcOrd="1" destOrd="0" parTransId="{3E545D72-0DD4-44DB-B3A1-1DE09EF023E7}" sibTransId="{63485E3B-29A6-4910-BD89-24953358B901}"/>
    <dgm:cxn modelId="{B56A9172-A441-463E-9106-3108E44368BB}" type="presOf" srcId="{6B6EC293-D6DA-4088-9999-22D21B6D12D5}" destId="{773AD5C0-D68D-49D6-99F0-04A1EDFE9B14}" srcOrd="0" destOrd="0" presId="urn:microsoft.com/office/officeart/2018/2/layout/IconLabelList"/>
    <dgm:cxn modelId="{94FC9D52-ABF6-4C7E-803A-8D4D2B061673}" type="presOf" srcId="{E9501379-30B5-463B-8AE2-C55DB3668FEF}" destId="{7161C82F-46DC-4813-B75F-59F36C6FA3FD}" srcOrd="0" destOrd="0" presId="urn:microsoft.com/office/officeart/2018/2/layout/IconLabelList"/>
    <dgm:cxn modelId="{F9C41E9B-8EE0-490B-A11F-5844AA0F2522}" srcId="{CC2727CA-3F2E-402E-A294-9336CECE0780}" destId="{819364EA-18E5-42A7-938C-FB1B101CDF10}" srcOrd="2" destOrd="0" parTransId="{BA3A1C68-4CA0-42A8-8350-6414F37FF21F}" sibTransId="{A05F567A-E8C0-46D8-895F-8B4A32BE8B0A}"/>
    <dgm:cxn modelId="{B8329DA0-D41F-4B13-8429-4D4E3FB5E799}" type="presOf" srcId="{819364EA-18E5-42A7-938C-FB1B101CDF10}" destId="{C9C79BE0-610E-43E1-AD75-4B3C147BDAE3}" srcOrd="0" destOrd="0" presId="urn:microsoft.com/office/officeart/2018/2/layout/IconLabelList"/>
    <dgm:cxn modelId="{19DFB9D5-6EE5-43BD-A05F-5148131B7095}" srcId="{CC2727CA-3F2E-402E-A294-9336CECE0780}" destId="{E9501379-30B5-463B-8AE2-C55DB3668FEF}" srcOrd="0" destOrd="0" parTransId="{4B6091BB-5A48-4849-92A4-7945EA24067E}" sibTransId="{73F085D9-1D8F-497B-BE9B-209670133CF1}"/>
    <dgm:cxn modelId="{4A921110-5DCB-4897-87B9-B84B0AFC3D4C}" type="presParOf" srcId="{8E035C36-D754-49EF-BE79-4A405349B542}" destId="{3B177D97-9867-4507-B977-F7701E14E8FE}" srcOrd="0" destOrd="0" presId="urn:microsoft.com/office/officeart/2018/2/layout/IconLabelList"/>
    <dgm:cxn modelId="{B3D4E3E9-800D-43E2-A5F1-8C859571A241}" type="presParOf" srcId="{3B177D97-9867-4507-B977-F7701E14E8FE}" destId="{38A52971-DE14-4B1B-9FC0-A591DD94DA53}" srcOrd="0" destOrd="0" presId="urn:microsoft.com/office/officeart/2018/2/layout/IconLabelList"/>
    <dgm:cxn modelId="{D1DF330A-F27F-422C-BE0F-0DA657D32989}" type="presParOf" srcId="{3B177D97-9867-4507-B977-F7701E14E8FE}" destId="{8186EEDE-8CC7-4C5A-B722-A4F94977CA70}" srcOrd="1" destOrd="0" presId="urn:microsoft.com/office/officeart/2018/2/layout/IconLabelList"/>
    <dgm:cxn modelId="{F6B86972-5BBF-4CEF-A7B6-0DCCF58E68FF}" type="presParOf" srcId="{3B177D97-9867-4507-B977-F7701E14E8FE}" destId="{7161C82F-46DC-4813-B75F-59F36C6FA3FD}" srcOrd="2" destOrd="0" presId="urn:microsoft.com/office/officeart/2018/2/layout/IconLabelList"/>
    <dgm:cxn modelId="{5A7E7741-96D6-4518-9A35-FACB36798864}" type="presParOf" srcId="{8E035C36-D754-49EF-BE79-4A405349B542}" destId="{657DF437-ED47-44AE-8031-7DB418C5C2DE}" srcOrd="1" destOrd="0" presId="urn:microsoft.com/office/officeart/2018/2/layout/IconLabelList"/>
    <dgm:cxn modelId="{293D6831-7926-43AF-84BA-0BCC9F772FB1}" type="presParOf" srcId="{8E035C36-D754-49EF-BE79-4A405349B542}" destId="{7E25A23B-60F6-41EC-A5AA-F328019FB5F4}" srcOrd="2" destOrd="0" presId="urn:microsoft.com/office/officeart/2018/2/layout/IconLabelList"/>
    <dgm:cxn modelId="{2B596D88-329E-4DAC-8F4D-6F1AE5066C1D}" type="presParOf" srcId="{7E25A23B-60F6-41EC-A5AA-F328019FB5F4}" destId="{E6B5D316-9366-451D-9331-ACAEB6250B1C}" srcOrd="0" destOrd="0" presId="urn:microsoft.com/office/officeart/2018/2/layout/IconLabelList"/>
    <dgm:cxn modelId="{23C79480-F383-49C9-BFE1-F69B278B154D}" type="presParOf" srcId="{7E25A23B-60F6-41EC-A5AA-F328019FB5F4}" destId="{62A779BE-ED5E-47E3-9C9B-16A61815D33A}" srcOrd="1" destOrd="0" presId="urn:microsoft.com/office/officeart/2018/2/layout/IconLabelList"/>
    <dgm:cxn modelId="{C66F3719-A899-4049-8F81-97B1EEE42C05}" type="presParOf" srcId="{7E25A23B-60F6-41EC-A5AA-F328019FB5F4}" destId="{773AD5C0-D68D-49D6-99F0-04A1EDFE9B14}" srcOrd="2" destOrd="0" presId="urn:microsoft.com/office/officeart/2018/2/layout/IconLabelList"/>
    <dgm:cxn modelId="{50E74157-E33A-4AFD-977B-5FDA72FCDE25}" type="presParOf" srcId="{8E035C36-D754-49EF-BE79-4A405349B542}" destId="{F2724ECA-9CA3-46BC-B8C9-12B71C2B70A3}" srcOrd="3" destOrd="0" presId="urn:microsoft.com/office/officeart/2018/2/layout/IconLabelList"/>
    <dgm:cxn modelId="{D1BA4378-58E8-47C2-A462-037745E4592E}" type="presParOf" srcId="{8E035C36-D754-49EF-BE79-4A405349B542}" destId="{5B59F13C-B4AF-455D-8D73-BA63C7D8138C}" srcOrd="4" destOrd="0" presId="urn:microsoft.com/office/officeart/2018/2/layout/IconLabelList"/>
    <dgm:cxn modelId="{F0A81423-EECB-410F-8593-312DCB530378}" type="presParOf" srcId="{5B59F13C-B4AF-455D-8D73-BA63C7D8138C}" destId="{A82401FB-BB5C-4027-985C-A4B50E8AF096}" srcOrd="0" destOrd="0" presId="urn:microsoft.com/office/officeart/2018/2/layout/IconLabelList"/>
    <dgm:cxn modelId="{49BD1702-F777-4A90-8824-5C5B58223366}" type="presParOf" srcId="{5B59F13C-B4AF-455D-8D73-BA63C7D8138C}" destId="{C7344F82-40D7-4F98-8BE4-0C27E8CAD683}" srcOrd="1" destOrd="0" presId="urn:microsoft.com/office/officeart/2018/2/layout/IconLabelList"/>
    <dgm:cxn modelId="{8BF43833-DC9A-4CC6-A037-830D5A3B3B85}" type="presParOf" srcId="{5B59F13C-B4AF-455D-8D73-BA63C7D8138C}" destId="{C9C79BE0-610E-43E1-AD75-4B3C147BDAE3}"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A52971-DE14-4B1B-9FC0-A591DD94DA53}">
      <dsp:nvSpPr>
        <dsp:cNvPr id="0" name=""/>
        <dsp:cNvSpPr/>
      </dsp:nvSpPr>
      <dsp:spPr>
        <a:xfrm>
          <a:off x="1567584" y="436785"/>
          <a:ext cx="948307" cy="94830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7161C82F-46DC-4813-B75F-59F36C6FA3FD}">
      <dsp:nvSpPr>
        <dsp:cNvPr id="0" name=""/>
        <dsp:cNvSpPr/>
      </dsp:nvSpPr>
      <dsp:spPr>
        <a:xfrm>
          <a:off x="475491" y="1720339"/>
          <a:ext cx="3132492" cy="95062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100000"/>
            </a:lnSpc>
            <a:spcBef>
              <a:spcPct val="0"/>
            </a:spcBef>
            <a:spcAft>
              <a:spcPct val="35000"/>
            </a:spcAft>
            <a:buNone/>
          </a:pPr>
          <a:r>
            <a:rPr lang="en-US" sz="2000" b="0" i="0" kern="1200" dirty="0">
              <a:latin typeface="__Inter_d65c78"/>
            </a:rPr>
            <a:t>To create a structured database for managing sales data.</a:t>
          </a:r>
          <a:endParaRPr lang="en-US" sz="2000" kern="1200" dirty="0">
            <a:latin typeface="__Inter_d65c78"/>
          </a:endParaRPr>
        </a:p>
      </dsp:txBody>
      <dsp:txXfrm>
        <a:off x="475491" y="1720339"/>
        <a:ext cx="3132492" cy="950622"/>
      </dsp:txXfrm>
    </dsp:sp>
    <dsp:sp modelId="{E6B5D316-9366-451D-9331-ACAEB6250B1C}">
      <dsp:nvSpPr>
        <dsp:cNvPr id="0" name=""/>
        <dsp:cNvSpPr/>
      </dsp:nvSpPr>
      <dsp:spPr>
        <a:xfrm>
          <a:off x="5122674" y="436785"/>
          <a:ext cx="948307" cy="94830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773AD5C0-D68D-49D6-99F0-04A1EDFE9B14}">
      <dsp:nvSpPr>
        <dsp:cNvPr id="0" name=""/>
        <dsp:cNvSpPr/>
      </dsp:nvSpPr>
      <dsp:spPr>
        <a:xfrm>
          <a:off x="3976771" y="1720339"/>
          <a:ext cx="3240115" cy="95062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100000"/>
            </a:lnSpc>
            <a:spcBef>
              <a:spcPct val="0"/>
            </a:spcBef>
            <a:spcAft>
              <a:spcPct val="35000"/>
            </a:spcAft>
            <a:buNone/>
          </a:pPr>
          <a:r>
            <a:rPr lang="en-US" sz="2000" b="0" i="0" kern="1200" dirty="0">
              <a:latin typeface="__Inter_d65c78"/>
            </a:rPr>
            <a:t>To ensure data integrity and prevent duplication.</a:t>
          </a:r>
          <a:endParaRPr lang="en-US" sz="2000" kern="1200" dirty="0">
            <a:latin typeface="__Inter_d65c78"/>
          </a:endParaRPr>
        </a:p>
      </dsp:txBody>
      <dsp:txXfrm>
        <a:off x="3976771" y="1720339"/>
        <a:ext cx="3240115" cy="950622"/>
      </dsp:txXfrm>
    </dsp:sp>
    <dsp:sp modelId="{A82401FB-BB5C-4027-985C-A4B50E8AF096}">
      <dsp:nvSpPr>
        <dsp:cNvPr id="0" name=""/>
        <dsp:cNvSpPr/>
      </dsp:nvSpPr>
      <dsp:spPr>
        <a:xfrm>
          <a:off x="8898552" y="436785"/>
          <a:ext cx="948307" cy="94830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C9C79BE0-610E-43E1-AD75-4B3C147BDAE3}">
      <dsp:nvSpPr>
        <dsp:cNvPr id="0" name=""/>
        <dsp:cNvSpPr/>
      </dsp:nvSpPr>
      <dsp:spPr>
        <a:xfrm>
          <a:off x="7585672" y="1720339"/>
          <a:ext cx="3574067" cy="95062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100000"/>
            </a:lnSpc>
            <a:spcBef>
              <a:spcPct val="0"/>
            </a:spcBef>
            <a:spcAft>
              <a:spcPct val="35000"/>
            </a:spcAft>
            <a:buNone/>
          </a:pPr>
          <a:r>
            <a:rPr lang="en-US" sz="2000" b="0" i="0" kern="1200" dirty="0">
              <a:latin typeface="__Inter_d65c78"/>
            </a:rPr>
            <a:t>To facilitate easy access to sales and product information for analysis.</a:t>
          </a:r>
          <a:endParaRPr lang="en-US" sz="2000" kern="1200" dirty="0">
            <a:latin typeface="__Inter_d65c78"/>
          </a:endParaRPr>
        </a:p>
      </dsp:txBody>
      <dsp:txXfrm>
        <a:off x="7585672" y="1720339"/>
        <a:ext cx="3574067" cy="950622"/>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2695194" y="4352544"/>
            <a:ext cx="6801612" cy="1239894"/>
          </a:xfrm>
          <a:noFill/>
        </p:spPr>
        <p:txBody>
          <a:bodyPr>
            <a:normAutofit/>
          </a:bodyPr>
          <a:lstStyle>
            <a:lvl1pPr marL="0" indent="0" algn="ctr">
              <a:buNone/>
              <a:defRPr sz="20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88560063-509F-4642-A07F-57A2D7C99390}" type="datetimeFigureOut">
              <a:rPr lang="en-IN" smtClean="0"/>
              <a:t>15-04-2025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6BEF5A65-1D26-4C7F-B77A-8BFF38C82BC2}" type="slidenum">
              <a:rPr lang="en-IN" smtClean="0"/>
              <a:t>‹#›</a:t>
            </a:fld>
            <a:endParaRPr lang="en-IN"/>
          </a:p>
        </p:txBody>
      </p:sp>
    </p:spTree>
    <p:extLst>
      <p:ext uri="{BB962C8B-B14F-4D97-AF65-F5344CB8AC3E}">
        <p14:creationId xmlns:p14="http://schemas.microsoft.com/office/powerpoint/2010/main" val="175764927"/>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8560063-509F-4642-A07F-57A2D7C99390}" type="datetimeFigureOut">
              <a:rPr lang="en-IN" smtClean="0"/>
              <a:t>15-04-2025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6BEF5A65-1D26-4C7F-B77A-8BFF38C82BC2}" type="slidenum">
              <a:rPr lang="en-IN" smtClean="0"/>
              <a:t>‹#›</a:t>
            </a:fld>
            <a:endParaRPr lang="en-IN"/>
          </a:p>
        </p:txBody>
      </p:sp>
    </p:spTree>
    <p:extLst>
      <p:ext uri="{BB962C8B-B14F-4D97-AF65-F5344CB8AC3E}">
        <p14:creationId xmlns:p14="http://schemas.microsoft.com/office/powerpoint/2010/main" val="41885733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2695194" y="4352465"/>
            <a:ext cx="6801612"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p:cNvSpPr>
            <a:spLocks noGrp="1"/>
          </p:cNvSpPr>
          <p:nvPr>
            <p:ph type="dt" sz="half" idx="10"/>
          </p:nvPr>
        </p:nvSpPr>
        <p:spPr/>
        <p:txBody>
          <a:bodyPr/>
          <a:lstStyle/>
          <a:p>
            <a:fld id="{88560063-509F-4642-A07F-57A2D7C99390}" type="datetimeFigureOut">
              <a:rPr lang="en-IN" smtClean="0"/>
              <a:t>15-04-2025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6BEF5A65-1D26-4C7F-B77A-8BFF38C82BC2}" type="slidenum">
              <a:rPr lang="en-IN" smtClean="0"/>
              <a:t>‹#›</a:t>
            </a:fld>
            <a:endParaRPr lang="en-IN"/>
          </a:p>
        </p:txBody>
      </p:sp>
    </p:spTree>
    <p:extLst>
      <p:ext uri="{BB962C8B-B14F-4D97-AF65-F5344CB8AC3E}">
        <p14:creationId xmlns:p14="http://schemas.microsoft.com/office/powerpoint/2010/main" val="1846616634"/>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581912" y="2638044"/>
            <a:ext cx="4271771"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38315" y="2638044"/>
            <a:ext cx="4270247"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88560063-509F-4642-A07F-57A2D7C99390}" type="datetimeFigureOut">
              <a:rPr lang="en-IN" smtClean="0"/>
              <a:t>15-04-2025</a:t>
            </a:fld>
            <a:endParaRPr lang="en-IN"/>
          </a:p>
        </p:txBody>
      </p:sp>
      <p:sp>
        <p:nvSpPr>
          <p:cNvPr id="9" name="Footer Placeholder 8"/>
          <p:cNvSpPr>
            <a:spLocks noGrp="1"/>
          </p:cNvSpPr>
          <p:nvPr>
            <p:ph type="ftr" sz="quarter" idx="11"/>
          </p:nvPr>
        </p:nvSpPr>
        <p:spPr/>
        <p:txBody>
          <a:bodyPr/>
          <a:lstStyle/>
          <a:p>
            <a:endParaRPr lang="en-IN"/>
          </a:p>
        </p:txBody>
      </p:sp>
      <p:sp>
        <p:nvSpPr>
          <p:cNvPr id="10" name="Slide Number Placeholder 9"/>
          <p:cNvSpPr>
            <a:spLocks noGrp="1"/>
          </p:cNvSpPr>
          <p:nvPr>
            <p:ph type="sldNum" sz="quarter" idx="12"/>
          </p:nvPr>
        </p:nvSpPr>
        <p:spPr/>
        <p:txBody>
          <a:bodyPr/>
          <a:lstStyle/>
          <a:p>
            <a:fld id="{6BEF5A65-1D26-4C7F-B77A-8BFF38C82BC2}" type="slidenum">
              <a:rPr lang="en-IN" smtClean="0"/>
              <a:t>‹#›</a:t>
            </a:fld>
            <a:endParaRPr lang="en-IN"/>
          </a:p>
        </p:txBody>
      </p:sp>
    </p:spTree>
    <p:extLst>
      <p:ext uri="{BB962C8B-B14F-4D97-AF65-F5344CB8AC3E}">
        <p14:creationId xmlns:p14="http://schemas.microsoft.com/office/powerpoint/2010/main" val="26238394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58343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583436" y="3143250"/>
            <a:ext cx="4270248" cy="25967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6338316" y="3143250"/>
            <a:ext cx="4253484" cy="2596776"/>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633831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Date Placeholder 6"/>
          <p:cNvSpPr>
            <a:spLocks noGrp="1"/>
          </p:cNvSpPr>
          <p:nvPr>
            <p:ph type="dt" sz="half" idx="10"/>
          </p:nvPr>
        </p:nvSpPr>
        <p:spPr/>
        <p:txBody>
          <a:bodyPr/>
          <a:lstStyle/>
          <a:p>
            <a:fld id="{88560063-509F-4642-A07F-57A2D7C99390}" type="datetimeFigureOut">
              <a:rPr lang="en-IN" smtClean="0"/>
              <a:t>15-04-2025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6BEF5A65-1D26-4C7F-B77A-8BFF38C82BC2}" type="slidenum">
              <a:rPr lang="en-IN" smtClean="0"/>
              <a:t>‹#›</a:t>
            </a:fld>
            <a:endParaRPr lang="en-IN"/>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36052651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8560063-509F-4642-A07F-57A2D7C99390}" type="datetimeFigureOut">
              <a:rPr lang="en-IN" smtClean="0"/>
              <a:t>15-04-2025</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6BEF5A65-1D26-4C7F-B77A-8BFF38C82BC2}" type="slidenum">
              <a:rPr lang="en-IN" smtClean="0"/>
              <a:t>‹#›</a:t>
            </a:fld>
            <a:endParaRPr lang="en-IN"/>
          </a:p>
        </p:txBody>
      </p:sp>
    </p:spTree>
    <p:extLst>
      <p:ext uri="{BB962C8B-B14F-4D97-AF65-F5344CB8AC3E}">
        <p14:creationId xmlns:p14="http://schemas.microsoft.com/office/powerpoint/2010/main" val="12927099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8560063-509F-4642-A07F-57A2D7C99390}" type="datetimeFigureOut">
              <a:rPr lang="en-IN" smtClean="0"/>
              <a:t>15-04-2025</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6BEF5A65-1D26-4C7F-B77A-8BFF38C82BC2}" type="slidenum">
              <a:rPr lang="en-IN" smtClean="0"/>
              <a:t>‹#›</a:t>
            </a:fld>
            <a:endParaRPr lang="en-IN"/>
          </a:p>
        </p:txBody>
      </p:sp>
    </p:spTree>
    <p:extLst>
      <p:ext uri="{BB962C8B-B14F-4D97-AF65-F5344CB8AC3E}">
        <p14:creationId xmlns:p14="http://schemas.microsoft.com/office/powerpoint/2010/main" val="20335905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p:cNvSpPr>
            <a:spLocks noGrp="1"/>
          </p:cNvSpPr>
          <p:nvPr>
            <p:ph type="dt" sz="half" idx="10"/>
          </p:nvPr>
        </p:nvSpPr>
        <p:spPr/>
        <p:txBody>
          <a:bodyPr/>
          <a:lstStyle/>
          <a:p>
            <a:fld id="{88560063-509F-4642-A07F-57A2D7C99390}" type="datetimeFigureOut">
              <a:rPr lang="en-IN" smtClean="0"/>
              <a:t>15-04-2025</a:t>
            </a:fld>
            <a:endParaRPr lang="en-IN"/>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IN"/>
          </a:p>
        </p:txBody>
      </p:sp>
      <p:sp>
        <p:nvSpPr>
          <p:cNvPr id="11" name="Slide Number Placeholder 10"/>
          <p:cNvSpPr>
            <a:spLocks noGrp="1"/>
          </p:cNvSpPr>
          <p:nvPr>
            <p:ph type="sldNum" sz="quarter" idx="12"/>
          </p:nvPr>
        </p:nvSpPr>
        <p:spPr/>
        <p:txBody>
          <a:bodyPr/>
          <a:lstStyle/>
          <a:p>
            <a:fld id="{6BEF5A65-1D26-4C7F-B77A-8BFF38C82BC2}" type="slidenum">
              <a:rPr lang="en-IN" smtClean="0"/>
              <a:t>‹#›</a:t>
            </a:fld>
            <a:endParaRPr lang="en-IN"/>
          </a:p>
        </p:txBody>
      </p:sp>
    </p:spTree>
    <p:extLst>
      <p:ext uri="{BB962C8B-B14F-4D97-AF65-F5344CB8AC3E}">
        <p14:creationId xmlns:p14="http://schemas.microsoft.com/office/powerpoint/2010/main" val="18706599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88560063-509F-4642-A07F-57A2D7C99390}" type="datetimeFigureOut">
              <a:rPr lang="en-IN" smtClean="0"/>
              <a:t>15-04-2025</a:t>
            </a:fld>
            <a:endParaRPr lang="en-IN"/>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IN"/>
          </a:p>
        </p:txBody>
      </p:sp>
      <p:sp>
        <p:nvSpPr>
          <p:cNvPr id="10" name="Slide Number Placeholder 9"/>
          <p:cNvSpPr>
            <a:spLocks noGrp="1"/>
          </p:cNvSpPr>
          <p:nvPr>
            <p:ph type="sldNum" sz="quarter" idx="12"/>
          </p:nvPr>
        </p:nvSpPr>
        <p:spPr/>
        <p:txBody>
          <a:bodyPr/>
          <a:lstStyle/>
          <a:p>
            <a:fld id="{6BEF5A65-1D26-4C7F-B77A-8BFF38C82BC2}" type="slidenum">
              <a:rPr lang="en-IN" smtClean="0"/>
              <a:t>‹#›</a:t>
            </a:fld>
            <a:endParaRPr lang="en-IN"/>
          </a:p>
        </p:txBody>
      </p:sp>
    </p:spTree>
    <p:extLst>
      <p:ext uri="{BB962C8B-B14F-4D97-AF65-F5344CB8AC3E}">
        <p14:creationId xmlns:p14="http://schemas.microsoft.com/office/powerpoint/2010/main" val="5587284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8560063-509F-4642-A07F-57A2D7C99390}" type="datetimeFigureOut">
              <a:rPr lang="en-IN" smtClean="0"/>
              <a:t>15-04-2025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BEF5A65-1D26-4C7F-B77A-8BFF38C82BC2}" type="slidenum">
              <a:rPr lang="en-IN" smtClean="0"/>
              <a:t>‹#›</a:t>
            </a:fld>
            <a:endParaRPr lang="en-IN"/>
          </a:p>
        </p:txBody>
      </p:sp>
    </p:spTree>
    <p:extLst>
      <p:ext uri="{BB962C8B-B14F-4D97-AF65-F5344CB8AC3E}">
        <p14:creationId xmlns:p14="http://schemas.microsoft.com/office/powerpoint/2010/main" val="33779456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8560063-509F-4642-A07F-57A2D7C99390}" type="datetimeFigureOut">
              <a:rPr lang="en-IN" smtClean="0"/>
              <a:t>15-04-2025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BEF5A65-1D26-4C7F-B77A-8BFF38C82BC2}" type="slidenum">
              <a:rPr lang="en-IN" smtClean="0"/>
              <a:t>‹#›</a:t>
            </a:fld>
            <a:endParaRPr lang="en-IN"/>
          </a:p>
        </p:txBody>
      </p:sp>
    </p:spTree>
    <p:extLst>
      <p:ext uri="{BB962C8B-B14F-4D97-AF65-F5344CB8AC3E}">
        <p14:creationId xmlns:p14="http://schemas.microsoft.com/office/powerpoint/2010/main" val="232938697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12" name="Content Placeholder 2"/>
          <p:cNvSpPr>
            <a:spLocks noGrp="1"/>
          </p:cNvSpPr>
          <p:nvPr>
            <p:ph sz="quarter" idx="13"/>
          </p:nvPr>
        </p:nvSpPr>
        <p:spPr>
          <a:xfrm>
            <a:off x="913774" y="2367092"/>
            <a:ext cx="10363826"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8560063-509F-4642-A07F-57A2D7C99390}" type="datetimeFigureOut">
              <a:rPr lang="en-IN" smtClean="0"/>
              <a:t>15-04-2025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BEF5A65-1D26-4C7F-B77A-8BFF38C82BC2}" type="slidenum">
              <a:rPr lang="en-IN" smtClean="0"/>
              <a:t>‹#›</a:t>
            </a:fld>
            <a:endParaRPr lang="en-IN"/>
          </a:p>
        </p:txBody>
      </p:sp>
    </p:spTree>
    <p:extLst>
      <p:ext uri="{BB962C8B-B14F-4D97-AF65-F5344CB8AC3E}">
        <p14:creationId xmlns:p14="http://schemas.microsoft.com/office/powerpoint/2010/main" val="243988623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TxTwoObj">
  <p:cSld name="1_Comparison">
    <p:spTree>
      <p:nvGrpSpPr>
        <p:cNvPr id="1" name=""/>
        <p:cNvGrpSpPr/>
        <p:nvPr/>
      </p:nvGrpSpPr>
      <p:grpSpPr>
        <a:xfrm>
          <a:off x="0" y="0"/>
          <a:ext cx="0" cy="0"/>
          <a:chOff x="0" y="0"/>
          <a:chExt cx="0" cy="0"/>
        </a:xfrm>
      </p:grpSpPr>
      <p:sp>
        <p:nvSpPr>
          <p:cNvPr id="14" name="Title 1"/>
          <p:cNvSpPr>
            <a:spLocks noGrp="1"/>
          </p:cNvSpPr>
          <p:nvPr>
            <p:ph type="title"/>
          </p:nvPr>
        </p:nvSpPr>
        <p:spPr>
          <a:xfrm>
            <a:off x="913775" y="618517"/>
            <a:ext cx="10364451" cy="159617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146328" y="2371018"/>
            <a:ext cx="487347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3"/>
          <p:cNvSpPr>
            <a:spLocks noGrp="1"/>
          </p:cNvSpPr>
          <p:nvPr>
            <p:ph sz="quarter" idx="13"/>
          </p:nvPr>
        </p:nvSpPr>
        <p:spPr>
          <a:xfrm>
            <a:off x="913774" y="3051012"/>
            <a:ext cx="5106027" cy="27401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96423" y="2371018"/>
            <a:ext cx="488180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3" name="Content Placeholder 5"/>
          <p:cNvSpPr>
            <a:spLocks noGrp="1"/>
          </p:cNvSpPr>
          <p:nvPr>
            <p:ph sz="quarter" idx="14"/>
          </p:nvPr>
        </p:nvSpPr>
        <p:spPr>
          <a:xfrm>
            <a:off x="6172200" y="3051012"/>
            <a:ext cx="5105401" cy="27401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8560063-509F-4642-A07F-57A2D7C99390}" type="datetimeFigureOut">
              <a:rPr lang="en-IN" smtClean="0"/>
              <a:t>15-04-2025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6BEF5A65-1D26-4C7F-B77A-8BFF38C82BC2}" type="slidenum">
              <a:rPr lang="en-IN" smtClean="0"/>
              <a:t>‹#›</a:t>
            </a:fld>
            <a:endParaRPr lang="en-IN"/>
          </a:p>
        </p:txBody>
      </p:sp>
    </p:spTree>
    <p:extLst>
      <p:ext uri="{BB962C8B-B14F-4D97-AF65-F5344CB8AC3E}">
        <p14:creationId xmlns:p14="http://schemas.microsoft.com/office/powerpoint/2010/main" val="219103865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TxTwoObj">
  <p:cSld name="2_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8560063-509F-4642-A07F-57A2D7C99390}" type="datetimeFigureOut">
              <a:rPr lang="en-IN" smtClean="0"/>
              <a:t>15-04-2025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6BEF5A65-1D26-4C7F-B77A-8BFF38C82BC2}" type="slidenum">
              <a:rPr lang="en-IN" smtClean="0"/>
              <a:t>‹#›</a:t>
            </a:fld>
            <a:endParaRPr lang="en-IN"/>
          </a:p>
        </p:txBody>
      </p:sp>
    </p:spTree>
    <p:extLst>
      <p:ext uri="{BB962C8B-B14F-4D97-AF65-F5344CB8AC3E}">
        <p14:creationId xmlns:p14="http://schemas.microsoft.com/office/powerpoint/2010/main" val="38002503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31136" y="2638044"/>
            <a:ext cx="7729728" cy="310198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821429" y="6238816"/>
            <a:ext cx="2753746" cy="323968"/>
          </a:xfrm>
          <a:prstGeom prst="rect">
            <a:avLst/>
          </a:prstGeom>
        </p:spPr>
        <p:txBody>
          <a:bodyPr vert="horz" lIns="91440" tIns="45720" rIns="91440" bIns="45720" rtlCol="0" anchor="ctr"/>
          <a:lstStyle>
            <a:lvl1pPr algn="r">
              <a:defRPr sz="1050">
                <a:solidFill>
                  <a:schemeClr val="tx1">
                    <a:alpha val="70000"/>
                  </a:schemeClr>
                </a:solidFill>
              </a:defRPr>
            </a:lvl1pPr>
          </a:lstStyle>
          <a:p>
            <a:fld id="{88560063-509F-4642-A07F-57A2D7C99390}" type="datetimeFigureOut">
              <a:rPr lang="en-IN" smtClean="0"/>
              <a:t>15-04-2025</a:t>
            </a:fld>
            <a:endParaRPr lang="en-IN"/>
          </a:p>
        </p:txBody>
      </p:sp>
      <p:sp>
        <p:nvSpPr>
          <p:cNvPr id="5" name="Footer Placeholder 4"/>
          <p:cNvSpPr>
            <a:spLocks noGrp="1"/>
          </p:cNvSpPr>
          <p:nvPr>
            <p:ph type="ftr" sz="quarter" idx="3"/>
          </p:nvPr>
        </p:nvSpPr>
        <p:spPr>
          <a:xfrm>
            <a:off x="1600200" y="6236208"/>
            <a:ext cx="5901189" cy="320040"/>
          </a:xfrm>
          <a:prstGeom prst="rect">
            <a:avLst/>
          </a:prstGeom>
        </p:spPr>
        <p:txBody>
          <a:bodyPr vert="horz" lIns="91440" tIns="45720" rIns="91440" bIns="45720" rtlCol="0" anchor="ctr"/>
          <a:lstStyle>
            <a:lvl1pPr algn="l">
              <a:defRPr sz="1050">
                <a:solidFill>
                  <a:schemeClr val="tx1">
                    <a:alpha val="70000"/>
                  </a:schemeClr>
                </a:solidFill>
              </a:defRPr>
            </a:lvl1pPr>
          </a:lstStyle>
          <a:p>
            <a:endParaRPr lang="en-IN"/>
          </a:p>
        </p:txBody>
      </p:sp>
      <p:sp>
        <p:nvSpPr>
          <p:cNvPr id="6" name="Slide Number Placeholder 5"/>
          <p:cNvSpPr>
            <a:spLocks noGrp="1"/>
          </p:cNvSpPr>
          <p:nvPr>
            <p:ph type="sldNum" sz="quarter" idx="4"/>
          </p:nvPr>
        </p:nvSpPr>
        <p:spPr>
          <a:xfrm>
            <a:off x="10758922" y="6217920"/>
            <a:ext cx="365760" cy="365760"/>
          </a:xfrm>
          <a:prstGeom prst="ellipse">
            <a:avLst/>
          </a:prstGeom>
          <a:solidFill>
            <a:srgbClr val="1D1D1D">
              <a:alpha val="70000"/>
            </a:srgbClr>
          </a:solidFill>
        </p:spPr>
        <p:txBody>
          <a:bodyPr vert="horz" lIns="18288" tIns="45720" rIns="18288" bIns="45720" rtlCol="0" anchor="ctr">
            <a:noAutofit/>
          </a:bodyPr>
          <a:lstStyle>
            <a:lvl1pPr algn="ctr">
              <a:defRPr sz="1100" spc="0" baseline="0">
                <a:solidFill>
                  <a:srgbClr val="FFFFFF"/>
                </a:solidFill>
              </a:defRPr>
            </a:lvl1pPr>
          </a:lstStyle>
          <a:p>
            <a:fld id="{6BEF5A65-1D26-4C7F-B77A-8BFF38C82BC2}" type="slidenum">
              <a:rPr lang="en-IN" smtClean="0"/>
              <a:t>‹#›</a:t>
            </a:fld>
            <a:endParaRPr lang="en-IN"/>
          </a:p>
        </p:txBody>
      </p:sp>
    </p:spTree>
    <p:extLst>
      <p:ext uri="{BB962C8B-B14F-4D97-AF65-F5344CB8AC3E}">
        <p14:creationId xmlns:p14="http://schemas.microsoft.com/office/powerpoint/2010/main" val="698517184"/>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 id="2147483712" r:id="rId9"/>
    <p:sldLayoutId id="2147483713" r:id="rId10"/>
    <p:sldLayoutId id="2147483714" r:id="rId11"/>
    <p:sldLayoutId id="2147483715" r:id="rId12"/>
    <p:sldLayoutId id="2147483716" r:id="rId13"/>
    <p:sldLayoutId id="2147483717" r:id="rId14"/>
  </p:sldLayoutIdLst>
  <p:txStyles>
    <p:title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286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431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82775"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2" Type="http://schemas.openxmlformats.org/officeDocument/2006/relationships/image" Target="../media/image39.jpe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p:cNvGrpSpPr/>
        <p:nvPr/>
      </p:nvGrpSpPr>
      <p:grpSpPr>
        <a:xfrm>
          <a:off x="0" y="0"/>
          <a:ext cx="0" cy="0"/>
          <a:chOff x="0" y="0"/>
          <a:chExt cx="0" cy="0"/>
        </a:xfrm>
      </p:grpSpPr>
      <p:pic>
        <p:nvPicPr>
          <p:cNvPr id="5" name="Picture 4" descr="Close-up of hopscotch on a sidewalk">
            <a:extLst>
              <a:ext uri="{FF2B5EF4-FFF2-40B4-BE49-F238E27FC236}">
                <a16:creationId xmlns:a16="http://schemas.microsoft.com/office/drawing/2014/main" id="{ABEB9606-FB31-5E07-DBF6-6AB479F1C200}"/>
              </a:ext>
            </a:extLst>
          </p:cNvPr>
          <p:cNvPicPr>
            <a:picLocks noChangeAspect="1"/>
          </p:cNvPicPr>
          <p:nvPr/>
        </p:nvPicPr>
        <p:blipFill>
          <a:blip r:embed="rId2">
            <a:duotone>
              <a:schemeClr val="accent2">
                <a:shade val="45000"/>
                <a:satMod val="135000"/>
              </a:schemeClr>
              <a:prstClr val="white"/>
            </a:duotone>
            <a:alphaModFix amt="50000"/>
          </a:blip>
          <a:srcRect t="8311" b="7419"/>
          <a:stretch/>
        </p:blipFill>
        <p:spPr>
          <a:xfrm>
            <a:off x="20" y="10"/>
            <a:ext cx="12191980" cy="6857990"/>
          </a:xfrm>
          <a:prstGeom prst="rect">
            <a:avLst/>
          </a:prstGeom>
        </p:spPr>
      </p:pic>
      <p:sp>
        <p:nvSpPr>
          <p:cNvPr id="2" name="Title 1">
            <a:extLst>
              <a:ext uri="{FF2B5EF4-FFF2-40B4-BE49-F238E27FC236}">
                <a16:creationId xmlns:a16="http://schemas.microsoft.com/office/drawing/2014/main" id="{E3CB7A2B-10C0-8A3D-48D6-7B497EA13D3D}"/>
              </a:ext>
            </a:extLst>
          </p:cNvPr>
          <p:cNvSpPr>
            <a:spLocks noGrp="1"/>
          </p:cNvSpPr>
          <p:nvPr>
            <p:ph type="ctrTitle"/>
          </p:nvPr>
        </p:nvSpPr>
        <p:spPr>
          <a:xfrm>
            <a:off x="1499726" y="1954665"/>
            <a:ext cx="8991600" cy="1645920"/>
          </a:xfrm>
        </p:spPr>
        <p:txBody>
          <a:bodyPr>
            <a:normAutofit/>
          </a:bodyPr>
          <a:lstStyle/>
          <a:p>
            <a:r>
              <a:rPr lang="en-US" b="1">
                <a:latin typeface="__Inter_d65c78"/>
              </a:rPr>
              <a:t>Sales and Product Management System</a:t>
            </a:r>
            <a:endParaRPr lang="en-IN" b="1">
              <a:latin typeface="__Inter_d65c78"/>
            </a:endParaRPr>
          </a:p>
        </p:txBody>
      </p:sp>
      <p:sp>
        <p:nvSpPr>
          <p:cNvPr id="3" name="Subtitle 2">
            <a:extLst>
              <a:ext uri="{FF2B5EF4-FFF2-40B4-BE49-F238E27FC236}">
                <a16:creationId xmlns:a16="http://schemas.microsoft.com/office/drawing/2014/main" id="{A95F5677-5E78-16CF-FB02-94120F127CB7}"/>
              </a:ext>
            </a:extLst>
          </p:cNvPr>
          <p:cNvSpPr>
            <a:spLocks noGrp="1"/>
          </p:cNvSpPr>
          <p:nvPr>
            <p:ph type="subTitle" idx="1"/>
          </p:nvPr>
        </p:nvSpPr>
        <p:spPr>
          <a:xfrm>
            <a:off x="3790188" y="4282205"/>
            <a:ext cx="6801612" cy="1239894"/>
          </a:xfrm>
        </p:spPr>
        <p:txBody>
          <a:bodyPr>
            <a:normAutofit/>
          </a:bodyPr>
          <a:lstStyle/>
          <a:p>
            <a:endParaRPr lang="en-IN" dirty="0">
              <a:solidFill>
                <a:schemeClr val="tx1">
                  <a:lumMod val="85000"/>
                  <a:lumOff val="15000"/>
                </a:schemeClr>
              </a:solidFill>
            </a:endParaRPr>
          </a:p>
          <a:p>
            <a:r>
              <a:rPr lang="en-IN" dirty="0">
                <a:solidFill>
                  <a:schemeClr val="tx1">
                    <a:lumMod val="85000"/>
                    <a:lumOff val="15000"/>
                  </a:schemeClr>
                </a:solidFill>
              </a:rPr>
              <a:t>		</a:t>
            </a:r>
            <a:r>
              <a:rPr lang="en-IN">
                <a:solidFill>
                  <a:schemeClr val="tx1">
                    <a:lumMod val="85000"/>
                    <a:lumOff val="15000"/>
                  </a:schemeClr>
                </a:solidFill>
              </a:rPr>
              <a:t>	             </a:t>
            </a:r>
            <a:r>
              <a:rPr lang="en-IN" sz="3200">
                <a:solidFill>
                  <a:schemeClr val="tx1">
                    <a:lumMod val="85000"/>
                    <a:lumOff val="15000"/>
                  </a:schemeClr>
                </a:solidFill>
                <a:latin typeface="__Inter_d65c78"/>
              </a:rPr>
              <a:t>- </a:t>
            </a:r>
            <a:r>
              <a:rPr lang="en-IN" sz="3200" b="1" dirty="0">
                <a:solidFill>
                  <a:schemeClr val="tx1">
                    <a:lumMod val="85000"/>
                    <a:lumOff val="15000"/>
                  </a:schemeClr>
                </a:solidFill>
                <a:latin typeface="__Inter_d65c78"/>
              </a:rPr>
              <a:t>ANGAD KADAM</a:t>
            </a:r>
          </a:p>
        </p:txBody>
      </p:sp>
    </p:spTree>
    <p:extLst>
      <p:ext uri="{BB962C8B-B14F-4D97-AF65-F5344CB8AC3E}">
        <p14:creationId xmlns:p14="http://schemas.microsoft.com/office/powerpoint/2010/main" val="2748468732"/>
      </p:ext>
    </p:extLst>
  </p:cSld>
  <p:clrMapOvr>
    <a:overrideClrMapping bg1="lt1" tx1="dk1" bg2="lt2" tx2="dk2" accent1="accent1" accent2="accent2" accent3="accent3" accent4="accent4" accent5="accent5" accent6="accent6" hlink="hlink" folHlink="folHlink"/>
  </p:clrMapOvr>
  <p:transition spd="slow">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7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47449-BBDB-1493-2412-8D429F389E0C}"/>
              </a:ext>
            </a:extLst>
          </p:cNvPr>
          <p:cNvSpPr>
            <a:spLocks noGrp="1"/>
          </p:cNvSpPr>
          <p:nvPr>
            <p:ph type="title"/>
          </p:nvPr>
        </p:nvSpPr>
        <p:spPr>
          <a:xfrm>
            <a:off x="2231136" y="964692"/>
            <a:ext cx="7729728" cy="1188720"/>
          </a:xfrm>
        </p:spPr>
        <p:txBody>
          <a:bodyPr>
            <a:normAutofit/>
          </a:bodyPr>
          <a:lstStyle/>
          <a:p>
            <a:r>
              <a:rPr lang="en-IN" b="1" i="0">
                <a:effectLst/>
                <a:latin typeface="__Inter_d65c78"/>
              </a:rPr>
              <a:t>Project Objectives</a:t>
            </a:r>
            <a:endParaRPr lang="en-IN" dirty="0"/>
          </a:p>
        </p:txBody>
      </p:sp>
      <p:graphicFrame>
        <p:nvGraphicFramePr>
          <p:cNvPr id="11" name="Content Placeholder 2">
            <a:extLst>
              <a:ext uri="{FF2B5EF4-FFF2-40B4-BE49-F238E27FC236}">
                <a16:creationId xmlns:a16="http://schemas.microsoft.com/office/drawing/2014/main" id="{80B87EFB-1428-E052-28B5-FAEFF5A6ED90}"/>
              </a:ext>
            </a:extLst>
          </p:cNvPr>
          <p:cNvGraphicFramePr>
            <a:graphicFrameLocks noGrp="1"/>
          </p:cNvGraphicFramePr>
          <p:nvPr>
            <p:ph sz="quarter" idx="13"/>
            <p:extLst>
              <p:ext uri="{D42A27DB-BD31-4B8C-83A1-F6EECF244321}">
                <p14:modId xmlns:p14="http://schemas.microsoft.com/office/powerpoint/2010/main" val="3102723320"/>
              </p:ext>
            </p:extLst>
          </p:nvPr>
        </p:nvGraphicFramePr>
        <p:xfrm>
          <a:off x="242824" y="2675001"/>
          <a:ext cx="11635232" cy="310774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1716556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660E788-AFA9-4A1B-9991-6AA74632A1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67D4867-5BA7-4462-B2F6-A23F4A622A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54296"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C591149-B5D7-E432-641E-E6C3023E4C96}"/>
              </a:ext>
            </a:extLst>
          </p:cNvPr>
          <p:cNvSpPr>
            <a:spLocks noGrp="1"/>
          </p:cNvSpPr>
          <p:nvPr>
            <p:ph type="title"/>
          </p:nvPr>
        </p:nvSpPr>
        <p:spPr>
          <a:xfrm>
            <a:off x="256031" y="643467"/>
            <a:ext cx="3751410" cy="1728044"/>
          </a:xfrm>
          <a:noFill/>
          <a:ln>
            <a:solidFill>
              <a:schemeClr val="bg1"/>
            </a:solidFill>
          </a:ln>
        </p:spPr>
        <p:txBody>
          <a:bodyPr wrap="square">
            <a:normAutofit/>
          </a:bodyPr>
          <a:lstStyle/>
          <a:p>
            <a:r>
              <a:rPr lang="en-IN" b="1" i="0">
                <a:solidFill>
                  <a:schemeClr val="bg1"/>
                </a:solidFill>
                <a:effectLst/>
                <a:latin typeface="__Inter_d65c78"/>
              </a:rPr>
              <a:t>Database Structure</a:t>
            </a:r>
            <a:endParaRPr lang="en-IN">
              <a:solidFill>
                <a:schemeClr val="bg1"/>
              </a:solidFill>
            </a:endParaRPr>
          </a:p>
        </p:txBody>
      </p:sp>
      <p:sp>
        <p:nvSpPr>
          <p:cNvPr id="3" name="Content Placeholder 2">
            <a:extLst>
              <a:ext uri="{FF2B5EF4-FFF2-40B4-BE49-F238E27FC236}">
                <a16:creationId xmlns:a16="http://schemas.microsoft.com/office/drawing/2014/main" id="{CA362D3A-C029-EEA3-EEFA-251168443AAD}"/>
              </a:ext>
            </a:extLst>
          </p:cNvPr>
          <p:cNvSpPr>
            <a:spLocks noGrp="1"/>
          </p:cNvSpPr>
          <p:nvPr>
            <p:ph sz="quarter" idx="13"/>
          </p:nvPr>
        </p:nvSpPr>
        <p:spPr>
          <a:xfrm>
            <a:off x="256032" y="2638043"/>
            <a:ext cx="3751410" cy="3576489"/>
          </a:xfrm>
        </p:spPr>
        <p:txBody>
          <a:bodyPr>
            <a:normAutofit/>
          </a:bodyPr>
          <a:lstStyle/>
          <a:p>
            <a:pPr>
              <a:lnSpc>
                <a:spcPct val="90000"/>
              </a:lnSpc>
              <a:buFont typeface="Arial" panose="020B0604020202020204" pitchFamily="34" charset="0"/>
              <a:buChar char="•"/>
            </a:pPr>
            <a:r>
              <a:rPr lang="en-US" sz="1700" b="0" i="0" dirty="0">
                <a:solidFill>
                  <a:schemeClr val="bg1"/>
                </a:solidFill>
                <a:effectLst/>
                <a:latin typeface="__Inter_d65c78"/>
              </a:rPr>
              <a:t>Description of the four main tables:</a:t>
            </a:r>
          </a:p>
          <a:p>
            <a:pPr marL="742950" lvl="1" indent="-285750">
              <a:lnSpc>
                <a:spcPct val="90000"/>
              </a:lnSpc>
              <a:buFont typeface="Arial" panose="020B0604020202020204" pitchFamily="34" charset="0"/>
              <a:buChar char="•"/>
            </a:pPr>
            <a:r>
              <a:rPr lang="en-US" sz="1700" b="1" i="0" dirty="0">
                <a:solidFill>
                  <a:schemeClr val="bg1"/>
                </a:solidFill>
                <a:effectLst/>
                <a:latin typeface="__Inter_d65c78"/>
              </a:rPr>
              <a:t>Geo:</a:t>
            </a:r>
            <a:r>
              <a:rPr lang="en-US" sz="1700" b="0" i="0" dirty="0">
                <a:solidFill>
                  <a:schemeClr val="bg1"/>
                </a:solidFill>
                <a:effectLst/>
                <a:latin typeface="__Inter_d65c78"/>
              </a:rPr>
              <a:t> Contains geographic information.</a:t>
            </a:r>
          </a:p>
          <a:p>
            <a:pPr marL="742950" lvl="1" indent="-285750">
              <a:lnSpc>
                <a:spcPct val="90000"/>
              </a:lnSpc>
              <a:buFont typeface="Arial" panose="020B0604020202020204" pitchFamily="34" charset="0"/>
              <a:buChar char="•"/>
            </a:pPr>
            <a:r>
              <a:rPr lang="en-US" sz="1700" b="1" i="0" dirty="0">
                <a:solidFill>
                  <a:schemeClr val="bg1"/>
                </a:solidFill>
                <a:effectLst/>
                <a:latin typeface="__Inter_d65c78"/>
              </a:rPr>
              <a:t>People:</a:t>
            </a:r>
            <a:r>
              <a:rPr lang="en-US" sz="1700" b="0" i="0" dirty="0">
                <a:solidFill>
                  <a:schemeClr val="bg1"/>
                </a:solidFill>
                <a:effectLst/>
                <a:latin typeface="__Inter_d65c78"/>
              </a:rPr>
              <a:t> Stores salesperson details.</a:t>
            </a:r>
          </a:p>
          <a:p>
            <a:pPr marL="742950" lvl="1" indent="-285750">
              <a:lnSpc>
                <a:spcPct val="90000"/>
              </a:lnSpc>
              <a:buFont typeface="Arial" panose="020B0604020202020204" pitchFamily="34" charset="0"/>
              <a:buChar char="•"/>
            </a:pPr>
            <a:r>
              <a:rPr lang="en-US" sz="1700" b="1" i="0" dirty="0">
                <a:solidFill>
                  <a:schemeClr val="bg1"/>
                </a:solidFill>
                <a:effectLst/>
                <a:latin typeface="__Inter_d65c78"/>
              </a:rPr>
              <a:t>Products:</a:t>
            </a:r>
            <a:r>
              <a:rPr lang="en-US" sz="1700" b="0" i="0" dirty="0">
                <a:solidFill>
                  <a:schemeClr val="bg1"/>
                </a:solidFill>
                <a:effectLst/>
                <a:latin typeface="__Inter_d65c78"/>
              </a:rPr>
              <a:t> Lists product information.</a:t>
            </a:r>
          </a:p>
          <a:p>
            <a:pPr marL="742950" lvl="1" indent="-285750">
              <a:lnSpc>
                <a:spcPct val="90000"/>
              </a:lnSpc>
              <a:buFont typeface="Arial" panose="020B0604020202020204" pitchFamily="34" charset="0"/>
              <a:buChar char="•"/>
            </a:pPr>
            <a:r>
              <a:rPr lang="en-US" sz="1700" b="1" i="0" dirty="0">
                <a:solidFill>
                  <a:schemeClr val="bg1"/>
                </a:solidFill>
                <a:effectLst/>
                <a:latin typeface="__Inter_d65c78"/>
              </a:rPr>
              <a:t>Sales:</a:t>
            </a:r>
            <a:r>
              <a:rPr lang="en-US" sz="1700" b="0" i="0" dirty="0">
                <a:solidFill>
                  <a:schemeClr val="bg1"/>
                </a:solidFill>
                <a:effectLst/>
                <a:latin typeface="__Inter_d65c78"/>
              </a:rPr>
              <a:t> Records sales transactions.</a:t>
            </a:r>
          </a:p>
          <a:p>
            <a:pPr>
              <a:lnSpc>
                <a:spcPct val="90000"/>
              </a:lnSpc>
              <a:buFont typeface="Arial" panose="020B0604020202020204" pitchFamily="34" charset="0"/>
              <a:buChar char="•"/>
            </a:pPr>
            <a:r>
              <a:rPr lang="en-US" sz="1700" b="0" i="0" dirty="0">
                <a:solidFill>
                  <a:schemeClr val="bg1"/>
                </a:solidFill>
                <a:effectLst/>
                <a:latin typeface="__Inter_d65c78"/>
              </a:rPr>
              <a:t>Mention of relationships and foreign keys between tables.</a:t>
            </a:r>
          </a:p>
          <a:p>
            <a:pPr marL="0" indent="0">
              <a:lnSpc>
                <a:spcPct val="90000"/>
              </a:lnSpc>
              <a:buNone/>
            </a:pPr>
            <a:endParaRPr lang="en-IN" sz="1700" dirty="0">
              <a:solidFill>
                <a:schemeClr val="bg1"/>
              </a:solidFill>
            </a:endParaRPr>
          </a:p>
        </p:txBody>
      </p:sp>
      <p:pic>
        <p:nvPicPr>
          <p:cNvPr id="7" name="Picture 6" descr="A screen shot of a computer code&#10;&#10;AI-generated content may be incorrect.">
            <a:extLst>
              <a:ext uri="{FF2B5EF4-FFF2-40B4-BE49-F238E27FC236}">
                <a16:creationId xmlns:a16="http://schemas.microsoft.com/office/drawing/2014/main" id="{7DF30F26-D9C0-F68A-17B5-9175744484D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97763" y="1512403"/>
            <a:ext cx="6250769" cy="3672326"/>
          </a:xfrm>
          <a:prstGeom prst="rect">
            <a:avLst/>
          </a:prstGeom>
          <a:scene3d>
            <a:camera prst="orthographicFront"/>
            <a:lightRig rig="threePt" dir="t">
              <a:rot lat="0" lon="0" rev="2700000"/>
            </a:lightRig>
          </a:scene3d>
          <a:sp3d contourW="6350">
            <a:bevelT h="38100"/>
            <a:contourClr>
              <a:srgbClr val="C0C0C0"/>
            </a:contourClr>
          </a:sp3d>
        </p:spPr>
      </p:pic>
    </p:spTree>
    <p:extLst>
      <p:ext uri="{BB962C8B-B14F-4D97-AF65-F5344CB8AC3E}">
        <p14:creationId xmlns:p14="http://schemas.microsoft.com/office/powerpoint/2010/main" val="21114698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9662-AD8A-F098-6D62-69B762A81E75}"/>
            </a:ext>
          </a:extLst>
        </p:cNvPr>
        <p:cNvGrpSpPr/>
        <p:nvPr/>
      </p:nvGrpSpPr>
      <p:grpSpPr>
        <a:xfrm>
          <a:off x="0" y="0"/>
          <a:ext cx="0" cy="0"/>
          <a:chOff x="0" y="0"/>
          <a:chExt cx="0" cy="0"/>
        </a:xfrm>
      </p:grpSpPr>
      <p:sp>
        <p:nvSpPr>
          <p:cNvPr id="7" name="Rectangle 1">
            <a:extLst>
              <a:ext uri="{FF2B5EF4-FFF2-40B4-BE49-F238E27FC236}">
                <a16:creationId xmlns:a16="http://schemas.microsoft.com/office/drawing/2014/main" id="{12B12EDB-75AF-0295-A3BB-744A06EA2876}"/>
              </a:ext>
            </a:extLst>
          </p:cNvPr>
          <p:cNvSpPr>
            <a:spLocks noGrp="1" noChangeArrowheads="1"/>
          </p:cNvSpPr>
          <p:nvPr>
            <p:ph type="title"/>
          </p:nvPr>
        </p:nvSpPr>
        <p:spPr bwMode="auto">
          <a:xfrm>
            <a:off x="166551" y="432803"/>
            <a:ext cx="10515600" cy="707886"/>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b="1" cap="none" dirty="0">
                <a:latin typeface="__Inter_d65c78"/>
              </a:rPr>
              <a:t>Modifying</a:t>
            </a:r>
            <a:r>
              <a:rPr kumimoji="0" lang="en-US" altLang="en-US" sz="2000" b="1" i="0" u="none" strike="noStrike" cap="none" normalizeH="0" baseline="0" dirty="0">
                <a:ln>
                  <a:noFill/>
                </a:ln>
                <a:solidFill>
                  <a:schemeClr val="tx1"/>
                </a:solidFill>
                <a:effectLst/>
                <a:latin typeface="__Inter_d65c78"/>
              </a:rPr>
              <a:t> column name:</a:t>
            </a:r>
            <a:br>
              <a:rPr kumimoji="0" lang="en-US" altLang="en-US" sz="2000" b="1" i="0" u="none" strike="noStrike" cap="none" normalizeH="0" baseline="0" dirty="0">
                <a:ln>
                  <a:noFill/>
                </a:ln>
                <a:solidFill>
                  <a:schemeClr val="tx1"/>
                </a:solidFill>
                <a:effectLst/>
                <a:latin typeface="__Inter_d65c78"/>
              </a:rPr>
            </a:br>
            <a:r>
              <a:rPr kumimoji="0" lang="en-US" altLang="en-US" sz="2000" b="1" i="0" u="none" strike="noStrike" cap="none" normalizeH="0" baseline="0" dirty="0">
                <a:ln>
                  <a:noFill/>
                </a:ln>
                <a:solidFill>
                  <a:schemeClr val="tx1"/>
                </a:solidFill>
                <a:effectLst/>
                <a:latin typeface="__Inter_d65c78"/>
              </a:rPr>
              <a:t>Explanation: </a:t>
            </a:r>
            <a:r>
              <a:rPr lang="en-US" sz="1800" b="0" i="0" dirty="0">
                <a:effectLst/>
                <a:latin typeface="__Inter_d65c78"/>
              </a:rPr>
              <a:t>Renames "Geo" column to "Country" in the "geo" table.</a:t>
            </a:r>
            <a:endParaRPr kumimoji="0" lang="en-US" altLang="en-US" sz="1800" b="0" i="0" u="none" strike="noStrike" cap="none" normalizeH="0" baseline="0" dirty="0">
              <a:ln>
                <a:noFill/>
              </a:ln>
              <a:effectLst/>
              <a:latin typeface="__Inter_d65c78"/>
            </a:endParaRPr>
          </a:p>
        </p:txBody>
      </p:sp>
      <p:sp>
        <p:nvSpPr>
          <p:cNvPr id="3" name="Text Placeholder 2">
            <a:extLst>
              <a:ext uri="{FF2B5EF4-FFF2-40B4-BE49-F238E27FC236}">
                <a16:creationId xmlns:a16="http://schemas.microsoft.com/office/drawing/2014/main" id="{BA9CCEA0-22FD-CB9A-8075-41ED1A69B7FD}"/>
              </a:ext>
            </a:extLst>
          </p:cNvPr>
          <p:cNvSpPr>
            <a:spLocks noGrp="1"/>
          </p:cNvSpPr>
          <p:nvPr>
            <p:ph type="body" idx="1"/>
          </p:nvPr>
        </p:nvSpPr>
        <p:spPr/>
        <p:txBody>
          <a:bodyPr/>
          <a:lstStyle/>
          <a:p>
            <a:r>
              <a:rPr lang="en-IN" dirty="0"/>
              <a:t>Input</a:t>
            </a:r>
          </a:p>
        </p:txBody>
      </p:sp>
      <p:sp>
        <p:nvSpPr>
          <p:cNvPr id="5" name="Text Placeholder 4">
            <a:extLst>
              <a:ext uri="{FF2B5EF4-FFF2-40B4-BE49-F238E27FC236}">
                <a16:creationId xmlns:a16="http://schemas.microsoft.com/office/drawing/2014/main" id="{A4A066CD-FC4B-FE7A-B3A9-94F615BD6473}"/>
              </a:ext>
            </a:extLst>
          </p:cNvPr>
          <p:cNvSpPr>
            <a:spLocks noGrp="1"/>
          </p:cNvSpPr>
          <p:nvPr>
            <p:ph type="body" sz="quarter" idx="3"/>
          </p:nvPr>
        </p:nvSpPr>
        <p:spPr/>
        <p:txBody>
          <a:bodyPr/>
          <a:lstStyle/>
          <a:p>
            <a:r>
              <a:rPr lang="en-IN" dirty="0"/>
              <a:t>Output</a:t>
            </a:r>
          </a:p>
        </p:txBody>
      </p:sp>
      <p:pic>
        <p:nvPicPr>
          <p:cNvPr id="4" name="Picture 3" descr="A close up of blue text&#10;&#10;AI-generated content may be incorrect.">
            <a:extLst>
              <a:ext uri="{FF2B5EF4-FFF2-40B4-BE49-F238E27FC236}">
                <a16:creationId xmlns:a16="http://schemas.microsoft.com/office/drawing/2014/main" id="{DDC0FB2C-6DB5-5B82-87B3-8CA229FE75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25424" y="3786418"/>
            <a:ext cx="4368952" cy="823912"/>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B411A5A6-691C-A43F-BFF0-165A55AC7C2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72200" y="3082806"/>
            <a:ext cx="3557016" cy="2231136"/>
          </a:xfrm>
          <a:prstGeom prst="rect">
            <a:avLst/>
          </a:prstGeom>
        </p:spPr>
      </p:pic>
    </p:spTree>
    <p:extLst>
      <p:ext uri="{BB962C8B-B14F-4D97-AF65-F5344CB8AC3E}">
        <p14:creationId xmlns:p14="http://schemas.microsoft.com/office/powerpoint/2010/main" val="32829598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98BC2F2-6F24-1CBF-B9DE-041CB08191DF}"/>
              </a:ext>
            </a:extLst>
          </p:cNvPr>
          <p:cNvSpPr>
            <a:spLocks noGrp="1"/>
          </p:cNvSpPr>
          <p:nvPr>
            <p:ph type="title"/>
          </p:nvPr>
        </p:nvSpPr>
        <p:spPr>
          <a:xfrm>
            <a:off x="308156" y="309585"/>
            <a:ext cx="10958186" cy="1190186"/>
          </a:xfrm>
        </p:spPr>
        <p:txBody>
          <a:bodyPr>
            <a:noAutofit/>
          </a:bodyPr>
          <a:lstStyle/>
          <a:p>
            <a:pPr algn="l"/>
            <a:r>
              <a:rPr lang="en-US" sz="1800" b="1" i="0" dirty="0">
                <a:solidFill>
                  <a:srgbClr val="111827"/>
                </a:solidFill>
                <a:effectLst/>
                <a:latin typeface="__Inter_d65c78"/>
              </a:rPr>
              <a:t>How can we modify the Region column in the geo table to ensure it cannot contain NULL values?</a:t>
            </a:r>
            <a:br>
              <a:rPr lang="en-US" sz="1800" b="1" i="0" dirty="0">
                <a:solidFill>
                  <a:srgbClr val="111827"/>
                </a:solidFill>
                <a:effectLst/>
                <a:latin typeface="__Inter_d65c78"/>
              </a:rPr>
            </a:br>
            <a:r>
              <a:rPr lang="en-US" sz="1800" b="1" i="0" dirty="0">
                <a:solidFill>
                  <a:srgbClr val="111827"/>
                </a:solidFill>
                <a:effectLst/>
                <a:latin typeface="__Inter_d65c78"/>
              </a:rPr>
              <a:t>Explanation: </a:t>
            </a:r>
            <a:r>
              <a:rPr lang="en-US" sz="1800" b="0" i="0" dirty="0">
                <a:solidFill>
                  <a:srgbClr val="374151"/>
                </a:solidFill>
                <a:effectLst/>
                <a:latin typeface="__Inter_d65c78"/>
              </a:rPr>
              <a:t>Modifies the Region column in the geo table to disallow NULL values, ensuring all records have valid data.</a:t>
            </a:r>
            <a:endParaRPr lang="en-IN" sz="1800" b="1" dirty="0">
              <a:latin typeface="__Inter_d65c78"/>
            </a:endParaRPr>
          </a:p>
        </p:txBody>
      </p:sp>
      <p:sp>
        <p:nvSpPr>
          <p:cNvPr id="5" name="Text Placeholder 4">
            <a:extLst>
              <a:ext uri="{FF2B5EF4-FFF2-40B4-BE49-F238E27FC236}">
                <a16:creationId xmlns:a16="http://schemas.microsoft.com/office/drawing/2014/main" id="{40FCBD53-C40B-58BD-E0B0-BFF8ACFFD84A}"/>
              </a:ext>
            </a:extLst>
          </p:cNvPr>
          <p:cNvSpPr>
            <a:spLocks noGrp="1"/>
          </p:cNvSpPr>
          <p:nvPr>
            <p:ph type="body" idx="1"/>
          </p:nvPr>
        </p:nvSpPr>
        <p:spPr>
          <a:xfrm>
            <a:off x="913775" y="1564782"/>
            <a:ext cx="4873474" cy="679994"/>
          </a:xfrm>
        </p:spPr>
        <p:txBody>
          <a:bodyPr/>
          <a:lstStyle/>
          <a:p>
            <a:r>
              <a:rPr lang="en-IN" b="1" dirty="0">
                <a:latin typeface="__Inter_d65c78"/>
              </a:rPr>
              <a:t>Input</a:t>
            </a:r>
            <a:r>
              <a:rPr lang="en-IN" dirty="0">
                <a:latin typeface="__Inter_d65c78"/>
              </a:rPr>
              <a:t>	</a:t>
            </a:r>
            <a:r>
              <a:rPr lang="en-IN" dirty="0"/>
              <a:t>	</a:t>
            </a:r>
          </a:p>
        </p:txBody>
      </p:sp>
      <p:sp>
        <p:nvSpPr>
          <p:cNvPr id="6" name="Text Placeholder 5">
            <a:extLst>
              <a:ext uri="{FF2B5EF4-FFF2-40B4-BE49-F238E27FC236}">
                <a16:creationId xmlns:a16="http://schemas.microsoft.com/office/drawing/2014/main" id="{B0749D6C-245C-5613-8F30-32AC59A633FC}"/>
              </a:ext>
            </a:extLst>
          </p:cNvPr>
          <p:cNvSpPr>
            <a:spLocks noGrp="1"/>
          </p:cNvSpPr>
          <p:nvPr>
            <p:ph type="body" sz="quarter" idx="3"/>
          </p:nvPr>
        </p:nvSpPr>
        <p:spPr>
          <a:xfrm>
            <a:off x="6168173" y="1564782"/>
            <a:ext cx="4881804" cy="679994"/>
          </a:xfrm>
        </p:spPr>
        <p:txBody>
          <a:bodyPr/>
          <a:lstStyle/>
          <a:p>
            <a:r>
              <a:rPr lang="en-IN" b="1" dirty="0">
                <a:latin typeface="__Inter_d65c78"/>
              </a:rPr>
              <a:t>Output</a:t>
            </a:r>
          </a:p>
        </p:txBody>
      </p:sp>
      <p:pic>
        <p:nvPicPr>
          <p:cNvPr id="14" name="Picture 13" descr="A group of words on a white background&#10;&#10;AI-generated content may be incorrect.">
            <a:extLst>
              <a:ext uri="{FF2B5EF4-FFF2-40B4-BE49-F238E27FC236}">
                <a16:creationId xmlns:a16="http://schemas.microsoft.com/office/drawing/2014/main" id="{AD11697F-F80E-65E8-CA12-975D46DB73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74" y="3877056"/>
            <a:ext cx="4042273" cy="1344168"/>
          </a:xfrm>
          <a:prstGeom prst="rect">
            <a:avLst/>
          </a:prstGeom>
        </p:spPr>
      </p:pic>
      <p:pic>
        <p:nvPicPr>
          <p:cNvPr id="16" name="Picture 15" descr="A screenshot of a computer&#10;&#10;AI-generated content may be incorrect.">
            <a:extLst>
              <a:ext uri="{FF2B5EF4-FFF2-40B4-BE49-F238E27FC236}">
                <a16:creationId xmlns:a16="http://schemas.microsoft.com/office/drawing/2014/main" id="{74D4BFE8-05CD-07BE-F693-5189A38A648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68173" y="3621024"/>
            <a:ext cx="4697320" cy="1847088"/>
          </a:xfrm>
          <a:prstGeom prst="rect">
            <a:avLst/>
          </a:prstGeom>
        </p:spPr>
      </p:pic>
    </p:spTree>
    <p:extLst>
      <p:ext uri="{BB962C8B-B14F-4D97-AF65-F5344CB8AC3E}">
        <p14:creationId xmlns:p14="http://schemas.microsoft.com/office/powerpoint/2010/main" val="36144559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D193A1-CC29-83B2-34B6-DF04F8640C0D}"/>
            </a:ext>
          </a:extLst>
        </p:cNvPr>
        <p:cNvGrpSpPr/>
        <p:nvPr/>
      </p:nvGrpSpPr>
      <p:grpSpPr>
        <a:xfrm>
          <a:off x="0" y="0"/>
          <a:ext cx="0" cy="0"/>
          <a:chOff x="0" y="0"/>
          <a:chExt cx="0" cy="0"/>
        </a:xfrm>
      </p:grpSpPr>
      <p:sp>
        <p:nvSpPr>
          <p:cNvPr id="7" name="Rectangle 1">
            <a:extLst>
              <a:ext uri="{FF2B5EF4-FFF2-40B4-BE49-F238E27FC236}">
                <a16:creationId xmlns:a16="http://schemas.microsoft.com/office/drawing/2014/main" id="{8CEC0467-C200-136C-CF16-BE74783D7E38}"/>
              </a:ext>
            </a:extLst>
          </p:cNvPr>
          <p:cNvSpPr>
            <a:spLocks noGrp="1" noChangeArrowheads="1"/>
          </p:cNvSpPr>
          <p:nvPr>
            <p:ph type="title"/>
          </p:nvPr>
        </p:nvSpPr>
        <p:spPr bwMode="auto">
          <a:xfrm>
            <a:off x="128016" y="260157"/>
            <a:ext cx="10515600" cy="98488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sz="2000" b="1" i="0" dirty="0">
                <a:solidFill>
                  <a:srgbClr val="374151"/>
                </a:solidFill>
                <a:effectLst/>
                <a:latin typeface="__Inter_d65c78"/>
              </a:rPr>
              <a:t>To summarize total sales and boxes sold by product category:</a:t>
            </a:r>
            <a:br>
              <a:rPr kumimoji="0" lang="en-US" altLang="en-US" sz="2000" b="1" i="0" u="none" strike="noStrike" cap="none" normalizeH="0" baseline="0" dirty="0">
                <a:ln>
                  <a:noFill/>
                </a:ln>
                <a:solidFill>
                  <a:schemeClr val="tx1"/>
                </a:solidFill>
                <a:effectLst/>
                <a:latin typeface="__Inter_d65c78"/>
              </a:rPr>
            </a:br>
            <a:r>
              <a:rPr kumimoji="0" lang="en-US" altLang="en-US" sz="2000" b="1" i="0" u="none" strike="noStrike" cap="none" normalizeH="0" baseline="0" dirty="0" err="1">
                <a:ln>
                  <a:noFill/>
                </a:ln>
                <a:solidFill>
                  <a:schemeClr val="tx1"/>
                </a:solidFill>
                <a:effectLst/>
                <a:latin typeface="__Inter_d65c78"/>
              </a:rPr>
              <a:t>Expalnation</a:t>
            </a:r>
            <a:r>
              <a:rPr kumimoji="0" lang="en-US" altLang="en-US" sz="2000" b="1" i="0" u="none" strike="noStrike" cap="none" normalizeH="0" baseline="0" dirty="0">
                <a:ln>
                  <a:noFill/>
                </a:ln>
                <a:solidFill>
                  <a:schemeClr val="tx1"/>
                </a:solidFill>
                <a:effectLst/>
                <a:latin typeface="__Inter_d65c78"/>
              </a:rPr>
              <a:t>: </a:t>
            </a:r>
            <a:r>
              <a:rPr kumimoji="0" lang="en-US" altLang="en-US" sz="2000" i="0" u="none" strike="noStrike" cap="none" normalizeH="0" baseline="0" dirty="0">
                <a:ln>
                  <a:noFill/>
                </a:ln>
                <a:solidFill>
                  <a:schemeClr val="tx1"/>
                </a:solidFill>
                <a:effectLst/>
                <a:latin typeface="__Inter_d65c78"/>
              </a:rPr>
              <a:t> </a:t>
            </a:r>
            <a:r>
              <a:rPr lang="en-US" sz="1600" b="1" i="0" dirty="0">
                <a:solidFill>
                  <a:srgbClr val="374151"/>
                </a:solidFill>
                <a:effectLst/>
                <a:latin typeface="__Inter_d65c78"/>
              </a:rPr>
              <a:t>Calculates total sales and boxes sold by product category.</a:t>
            </a:r>
            <a:br>
              <a:rPr kumimoji="0" lang="en-US" altLang="en-US" sz="1800" b="1" i="0" u="none" strike="noStrike" cap="none" normalizeH="0" baseline="0" dirty="0">
                <a:ln>
                  <a:noFill/>
                </a:ln>
                <a:solidFill>
                  <a:schemeClr val="tx1"/>
                </a:solidFill>
                <a:effectLst/>
                <a:latin typeface="Amasis MT Pro" panose="020F0502020204030204" pitchFamily="18" charset="0"/>
              </a:rPr>
            </a:br>
            <a:endParaRPr kumimoji="0" lang="en-US" altLang="en-US" sz="1800" b="1" i="0" u="none" strike="noStrike" cap="none" normalizeH="0" baseline="0" dirty="0">
              <a:ln>
                <a:noFill/>
              </a:ln>
              <a:solidFill>
                <a:schemeClr val="tx1"/>
              </a:solidFill>
              <a:effectLst/>
              <a:latin typeface="Amasis MT Pro" panose="020F0502020204030204" pitchFamily="18" charset="0"/>
            </a:endParaRPr>
          </a:p>
        </p:txBody>
      </p:sp>
      <p:sp>
        <p:nvSpPr>
          <p:cNvPr id="3" name="Text Placeholder 2">
            <a:extLst>
              <a:ext uri="{FF2B5EF4-FFF2-40B4-BE49-F238E27FC236}">
                <a16:creationId xmlns:a16="http://schemas.microsoft.com/office/drawing/2014/main" id="{012C1E34-EFE2-A22A-0888-D20C14C28A79}"/>
              </a:ext>
            </a:extLst>
          </p:cNvPr>
          <p:cNvSpPr>
            <a:spLocks noGrp="1"/>
          </p:cNvSpPr>
          <p:nvPr>
            <p:ph type="body" idx="1"/>
          </p:nvPr>
        </p:nvSpPr>
        <p:spPr>
          <a:xfrm>
            <a:off x="839788" y="1681163"/>
            <a:ext cx="5157787" cy="823912"/>
          </a:xfrm>
        </p:spPr>
        <p:txBody>
          <a:bodyPr/>
          <a:lstStyle/>
          <a:p>
            <a:r>
              <a:rPr lang="en-IN" dirty="0"/>
              <a:t>Input</a:t>
            </a:r>
          </a:p>
        </p:txBody>
      </p:sp>
      <p:pic>
        <p:nvPicPr>
          <p:cNvPr id="10" name="Content Placeholder 9" descr="A screenshot of a computer&#10;&#10;AI-generated content may be incorrect.">
            <a:extLst>
              <a:ext uri="{FF2B5EF4-FFF2-40B4-BE49-F238E27FC236}">
                <a16:creationId xmlns:a16="http://schemas.microsoft.com/office/drawing/2014/main" id="{7296FB01-5276-4468-1FF0-942D70E26289}"/>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172200" y="3118104"/>
            <a:ext cx="4471416" cy="1956815"/>
          </a:xfrm>
        </p:spPr>
      </p:pic>
      <p:sp>
        <p:nvSpPr>
          <p:cNvPr id="5" name="Text Placeholder 4">
            <a:extLst>
              <a:ext uri="{FF2B5EF4-FFF2-40B4-BE49-F238E27FC236}">
                <a16:creationId xmlns:a16="http://schemas.microsoft.com/office/drawing/2014/main" id="{54841812-30D0-EAC7-3FC8-D2BF06EB9909}"/>
              </a:ext>
            </a:extLst>
          </p:cNvPr>
          <p:cNvSpPr>
            <a:spLocks noGrp="1"/>
          </p:cNvSpPr>
          <p:nvPr>
            <p:ph type="body" sz="quarter" idx="3"/>
          </p:nvPr>
        </p:nvSpPr>
        <p:spPr/>
        <p:txBody>
          <a:bodyPr/>
          <a:lstStyle/>
          <a:p>
            <a:r>
              <a:rPr lang="en-IN" dirty="0"/>
              <a:t>Output</a:t>
            </a:r>
          </a:p>
        </p:txBody>
      </p:sp>
      <p:pic>
        <p:nvPicPr>
          <p:cNvPr id="4" name="Picture 3" descr="A screenshot of a computer code&#10;&#10;AI-generated content may be incorrect.">
            <a:extLst>
              <a:ext uri="{FF2B5EF4-FFF2-40B4-BE49-F238E27FC236}">
                <a16:creationId xmlns:a16="http://schemas.microsoft.com/office/drawing/2014/main" id="{8F7D32A8-D007-ED84-8E14-53DF9EBA6A7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2050" y="3176349"/>
            <a:ext cx="4028822" cy="1840324"/>
          </a:xfrm>
          <a:prstGeom prst="rect">
            <a:avLst/>
          </a:prstGeom>
        </p:spPr>
      </p:pic>
    </p:spTree>
    <p:extLst>
      <p:ext uri="{BB962C8B-B14F-4D97-AF65-F5344CB8AC3E}">
        <p14:creationId xmlns:p14="http://schemas.microsoft.com/office/powerpoint/2010/main" val="38148127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47DF54-F81D-00C7-4C5D-A5EFCBE48263}"/>
            </a:ext>
          </a:extLst>
        </p:cNvPr>
        <p:cNvGrpSpPr/>
        <p:nvPr/>
      </p:nvGrpSpPr>
      <p:grpSpPr>
        <a:xfrm>
          <a:off x="0" y="0"/>
          <a:ext cx="0" cy="0"/>
          <a:chOff x="0" y="0"/>
          <a:chExt cx="0" cy="0"/>
        </a:xfrm>
      </p:grpSpPr>
      <p:sp>
        <p:nvSpPr>
          <p:cNvPr id="7" name="Rectangle 1">
            <a:extLst>
              <a:ext uri="{FF2B5EF4-FFF2-40B4-BE49-F238E27FC236}">
                <a16:creationId xmlns:a16="http://schemas.microsoft.com/office/drawing/2014/main" id="{BB90D2FF-C7C7-7DBB-3BD9-878A404B9F97}"/>
              </a:ext>
            </a:extLst>
          </p:cNvPr>
          <p:cNvSpPr>
            <a:spLocks noGrp="1" noChangeArrowheads="1"/>
          </p:cNvSpPr>
          <p:nvPr>
            <p:ph type="title"/>
          </p:nvPr>
        </p:nvSpPr>
        <p:spPr bwMode="auto">
          <a:xfrm>
            <a:off x="196693" y="419482"/>
            <a:ext cx="11690508" cy="707886"/>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sz="2000" b="1" i="0" dirty="0">
                <a:solidFill>
                  <a:srgbClr val="111827"/>
                </a:solidFill>
                <a:effectLst/>
                <a:latin typeface="__Inter_d65c78"/>
              </a:rPr>
              <a:t>Which sales records belong to specific salespersons (SPIDs) .</a:t>
            </a:r>
            <a:br>
              <a:rPr lang="en-US" sz="1800" b="1" i="0" dirty="0">
                <a:solidFill>
                  <a:srgbClr val="111827"/>
                </a:solidFill>
                <a:effectLst/>
                <a:latin typeface="__Inter_d65c78"/>
              </a:rPr>
            </a:br>
            <a:r>
              <a:rPr kumimoji="0" lang="en-US" altLang="en-US" sz="2000" b="1" i="0" u="none" strike="noStrike" cap="none" normalizeH="0" baseline="0" dirty="0">
                <a:ln>
                  <a:noFill/>
                </a:ln>
                <a:solidFill>
                  <a:schemeClr val="tx1"/>
                </a:solidFill>
                <a:effectLst/>
                <a:latin typeface="__Inter_d65c78"/>
              </a:rPr>
              <a:t>Explanation:</a:t>
            </a:r>
            <a:r>
              <a:rPr lang="en-US" altLang="en-US" sz="2000" cap="none" dirty="0">
                <a:latin typeface="__Inter_d65c78"/>
              </a:rPr>
              <a:t> </a:t>
            </a:r>
            <a:r>
              <a:rPr lang="en-US" sz="1800" b="0" i="0" dirty="0">
                <a:solidFill>
                  <a:srgbClr val="374151"/>
                </a:solidFill>
                <a:effectLst/>
                <a:latin typeface="__Inter_d65c78"/>
              </a:rPr>
              <a:t>Retrieves sales records for specified salespersons using the IN operator.</a:t>
            </a:r>
            <a:endParaRPr kumimoji="0" lang="en-US" altLang="en-US" sz="1800" b="0" i="0" u="none" strike="noStrike" cap="none" normalizeH="0" baseline="0" dirty="0">
              <a:ln>
                <a:noFill/>
              </a:ln>
              <a:solidFill>
                <a:schemeClr val="tx1"/>
              </a:solidFill>
              <a:effectLst/>
              <a:latin typeface="__Inter_d65c78"/>
            </a:endParaRPr>
          </a:p>
        </p:txBody>
      </p:sp>
      <p:sp>
        <p:nvSpPr>
          <p:cNvPr id="3" name="Text Placeholder 2">
            <a:extLst>
              <a:ext uri="{FF2B5EF4-FFF2-40B4-BE49-F238E27FC236}">
                <a16:creationId xmlns:a16="http://schemas.microsoft.com/office/drawing/2014/main" id="{53A16433-D68E-3F9B-4283-2AA5C01B485F}"/>
              </a:ext>
            </a:extLst>
          </p:cNvPr>
          <p:cNvSpPr>
            <a:spLocks noGrp="1"/>
          </p:cNvSpPr>
          <p:nvPr>
            <p:ph type="body" idx="1"/>
          </p:nvPr>
        </p:nvSpPr>
        <p:spPr/>
        <p:txBody>
          <a:bodyPr/>
          <a:lstStyle/>
          <a:p>
            <a:r>
              <a:rPr lang="en-IN" dirty="0"/>
              <a:t>Input</a:t>
            </a:r>
          </a:p>
        </p:txBody>
      </p:sp>
      <p:sp>
        <p:nvSpPr>
          <p:cNvPr id="5" name="Text Placeholder 4">
            <a:extLst>
              <a:ext uri="{FF2B5EF4-FFF2-40B4-BE49-F238E27FC236}">
                <a16:creationId xmlns:a16="http://schemas.microsoft.com/office/drawing/2014/main" id="{8CB90C9E-A544-1884-D3E1-DED961848DF7}"/>
              </a:ext>
            </a:extLst>
          </p:cNvPr>
          <p:cNvSpPr>
            <a:spLocks noGrp="1"/>
          </p:cNvSpPr>
          <p:nvPr>
            <p:ph type="body" sz="quarter" idx="3"/>
          </p:nvPr>
        </p:nvSpPr>
        <p:spPr/>
        <p:txBody>
          <a:bodyPr/>
          <a:lstStyle/>
          <a:p>
            <a:r>
              <a:rPr lang="en-IN" dirty="0"/>
              <a:t>Output</a:t>
            </a:r>
          </a:p>
        </p:txBody>
      </p:sp>
      <p:pic>
        <p:nvPicPr>
          <p:cNvPr id="4" name="Picture 3" descr="A close-up of a number&#10;&#10;AI-generated content may be incorrect.">
            <a:extLst>
              <a:ext uri="{FF2B5EF4-FFF2-40B4-BE49-F238E27FC236}">
                <a16:creationId xmlns:a16="http://schemas.microsoft.com/office/drawing/2014/main" id="{861D727C-20A7-37C1-171E-DD2A525252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1804" y="3874537"/>
            <a:ext cx="4455724" cy="1279732"/>
          </a:xfrm>
          <a:prstGeom prst="rect">
            <a:avLst/>
          </a:prstGeom>
        </p:spPr>
      </p:pic>
      <p:pic>
        <p:nvPicPr>
          <p:cNvPr id="13" name="Picture 12" descr="A screenshot of a computer&#10;&#10;AI-generated content may be incorrect.">
            <a:extLst>
              <a:ext uri="{FF2B5EF4-FFF2-40B4-BE49-F238E27FC236}">
                <a16:creationId xmlns:a16="http://schemas.microsoft.com/office/drawing/2014/main" id="{59607254-0182-EC1B-A334-A3EB1A82A6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70897" y="2966335"/>
            <a:ext cx="4711631" cy="3096137"/>
          </a:xfrm>
          <a:prstGeom prst="rect">
            <a:avLst/>
          </a:prstGeom>
        </p:spPr>
      </p:pic>
    </p:spTree>
    <p:extLst>
      <p:ext uri="{BB962C8B-B14F-4D97-AF65-F5344CB8AC3E}">
        <p14:creationId xmlns:p14="http://schemas.microsoft.com/office/powerpoint/2010/main" val="34613157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16E2E-AA73-F1A9-6647-286B558BA755}"/>
            </a:ext>
          </a:extLst>
        </p:cNvPr>
        <p:cNvGrpSpPr/>
        <p:nvPr/>
      </p:nvGrpSpPr>
      <p:grpSpPr>
        <a:xfrm>
          <a:off x="0" y="0"/>
          <a:ext cx="0" cy="0"/>
          <a:chOff x="0" y="0"/>
          <a:chExt cx="0" cy="0"/>
        </a:xfrm>
      </p:grpSpPr>
      <p:sp>
        <p:nvSpPr>
          <p:cNvPr id="7" name="Rectangle 1">
            <a:extLst>
              <a:ext uri="{FF2B5EF4-FFF2-40B4-BE49-F238E27FC236}">
                <a16:creationId xmlns:a16="http://schemas.microsoft.com/office/drawing/2014/main" id="{51ABABB7-8413-24B7-F861-D32943380DEC}"/>
              </a:ext>
            </a:extLst>
          </p:cNvPr>
          <p:cNvSpPr>
            <a:spLocks noGrp="1" noChangeArrowheads="1"/>
          </p:cNvSpPr>
          <p:nvPr>
            <p:ph type="title"/>
          </p:nvPr>
        </p:nvSpPr>
        <p:spPr bwMode="auto">
          <a:xfrm>
            <a:off x="196694" y="259516"/>
            <a:ext cx="11841232" cy="101566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sz="2000" b="1" i="0" dirty="0">
                <a:solidFill>
                  <a:srgbClr val="111827"/>
                </a:solidFill>
                <a:effectLst/>
                <a:latin typeface="__Inter_d65c78"/>
              </a:rPr>
              <a:t>Which product categories have names starting with ‘B’ ?</a:t>
            </a:r>
            <a:br>
              <a:rPr kumimoji="0" lang="en-US" altLang="en-US" sz="1800" b="0" i="0" u="none" strike="noStrike" cap="none" normalizeH="0" baseline="0" dirty="0">
                <a:ln>
                  <a:noFill/>
                </a:ln>
                <a:solidFill>
                  <a:schemeClr val="tx1"/>
                </a:solidFill>
                <a:effectLst/>
                <a:latin typeface="Arial" panose="020B0604020202020204" pitchFamily="34" charset="0"/>
              </a:rPr>
            </a:br>
            <a:r>
              <a:rPr kumimoji="0" lang="en-US" altLang="en-US" sz="1800" b="1" i="0" u="none" strike="noStrike" cap="none" normalizeH="0" baseline="0" dirty="0">
                <a:ln>
                  <a:noFill/>
                </a:ln>
                <a:solidFill>
                  <a:schemeClr val="tx1"/>
                </a:solidFill>
                <a:effectLst/>
                <a:latin typeface="Arial" panose="020B0604020202020204" pitchFamily="34" charset="0"/>
              </a:rPr>
              <a:t>EXPLANATION</a:t>
            </a:r>
            <a:r>
              <a:rPr kumimoji="0" lang="en-US" altLang="en-US" sz="1800" b="0" i="0" u="none" strike="noStrike" cap="none" normalizeH="0" baseline="0" dirty="0">
                <a:ln>
                  <a:noFill/>
                </a:ln>
                <a:solidFill>
                  <a:schemeClr val="tx1"/>
                </a:solidFill>
                <a:effectLst/>
                <a:latin typeface="Arial" panose="020B0604020202020204" pitchFamily="34" charset="0"/>
              </a:rPr>
              <a:t>: </a:t>
            </a:r>
            <a:r>
              <a:rPr lang="en-US" sz="2000" b="0" i="0" dirty="0">
                <a:solidFill>
                  <a:srgbClr val="374151"/>
                </a:solidFill>
                <a:effectLst/>
                <a:latin typeface="__Inter_d65c78"/>
              </a:rPr>
              <a:t>Retrieves products whose names start with 'A' using the LIKE operator. </a:t>
            </a:r>
            <a:endParaRPr kumimoji="0" lang="en-US" altLang="en-US" sz="2000" b="0" i="0" u="none" strike="noStrike" cap="none" normalizeH="0" baseline="0" dirty="0">
              <a:ln>
                <a:noFill/>
              </a:ln>
              <a:solidFill>
                <a:schemeClr val="tx1"/>
              </a:solidFill>
              <a:effectLst/>
              <a:latin typeface="Arial" panose="020B0604020202020204" pitchFamily="34" charset="0"/>
            </a:endParaRPr>
          </a:p>
        </p:txBody>
      </p:sp>
      <p:sp>
        <p:nvSpPr>
          <p:cNvPr id="3" name="Text Placeholder 2">
            <a:extLst>
              <a:ext uri="{FF2B5EF4-FFF2-40B4-BE49-F238E27FC236}">
                <a16:creationId xmlns:a16="http://schemas.microsoft.com/office/drawing/2014/main" id="{811F16D3-97C3-9D9A-C53F-9294F508758E}"/>
              </a:ext>
            </a:extLst>
          </p:cNvPr>
          <p:cNvSpPr>
            <a:spLocks noGrp="1"/>
          </p:cNvSpPr>
          <p:nvPr>
            <p:ph type="body" idx="1"/>
          </p:nvPr>
        </p:nvSpPr>
        <p:spPr/>
        <p:txBody>
          <a:bodyPr/>
          <a:lstStyle/>
          <a:p>
            <a:r>
              <a:rPr lang="en-IN" dirty="0"/>
              <a:t>Input</a:t>
            </a:r>
          </a:p>
        </p:txBody>
      </p:sp>
      <p:sp>
        <p:nvSpPr>
          <p:cNvPr id="5" name="Text Placeholder 4">
            <a:extLst>
              <a:ext uri="{FF2B5EF4-FFF2-40B4-BE49-F238E27FC236}">
                <a16:creationId xmlns:a16="http://schemas.microsoft.com/office/drawing/2014/main" id="{F7AB6891-1D50-1C05-B4D7-08C232736DA4}"/>
              </a:ext>
            </a:extLst>
          </p:cNvPr>
          <p:cNvSpPr>
            <a:spLocks noGrp="1"/>
          </p:cNvSpPr>
          <p:nvPr>
            <p:ph type="body" sz="quarter" idx="3"/>
          </p:nvPr>
        </p:nvSpPr>
        <p:spPr/>
        <p:txBody>
          <a:bodyPr/>
          <a:lstStyle/>
          <a:p>
            <a:r>
              <a:rPr lang="en-IN" dirty="0"/>
              <a:t>Output</a:t>
            </a:r>
          </a:p>
        </p:txBody>
      </p:sp>
      <p:pic>
        <p:nvPicPr>
          <p:cNvPr id="10" name="Picture 9" descr="A screenshot of a computer&#10;&#10;AI-generated content may be incorrect.">
            <a:extLst>
              <a:ext uri="{FF2B5EF4-FFF2-40B4-BE49-F238E27FC236}">
                <a16:creationId xmlns:a16="http://schemas.microsoft.com/office/drawing/2014/main" id="{095CCDEB-E0BF-38D4-0CAF-3D347CB36CA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12890" y="2916936"/>
            <a:ext cx="3252006" cy="3127247"/>
          </a:xfrm>
          <a:prstGeom prst="rect">
            <a:avLst/>
          </a:prstGeom>
        </p:spPr>
      </p:pic>
      <p:pic>
        <p:nvPicPr>
          <p:cNvPr id="13" name="Picture 12">
            <a:extLst>
              <a:ext uri="{FF2B5EF4-FFF2-40B4-BE49-F238E27FC236}">
                <a16:creationId xmlns:a16="http://schemas.microsoft.com/office/drawing/2014/main" id="{070E8289-60F3-EFB5-32B9-F250273F9E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9788" y="3891508"/>
            <a:ext cx="3765901" cy="1178101"/>
          </a:xfrm>
          <a:prstGeom prst="rect">
            <a:avLst/>
          </a:prstGeom>
        </p:spPr>
      </p:pic>
    </p:spTree>
    <p:extLst>
      <p:ext uri="{BB962C8B-B14F-4D97-AF65-F5344CB8AC3E}">
        <p14:creationId xmlns:p14="http://schemas.microsoft.com/office/powerpoint/2010/main" val="29803617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D4675-4986-EF8A-F78E-00D4D443F581}"/>
            </a:ext>
          </a:extLst>
        </p:cNvPr>
        <p:cNvGrpSpPr/>
        <p:nvPr/>
      </p:nvGrpSpPr>
      <p:grpSpPr>
        <a:xfrm>
          <a:off x="0" y="0"/>
          <a:ext cx="0" cy="0"/>
          <a:chOff x="0" y="0"/>
          <a:chExt cx="0" cy="0"/>
        </a:xfrm>
      </p:grpSpPr>
      <p:sp>
        <p:nvSpPr>
          <p:cNvPr id="7" name="Rectangle 1">
            <a:extLst>
              <a:ext uri="{FF2B5EF4-FFF2-40B4-BE49-F238E27FC236}">
                <a16:creationId xmlns:a16="http://schemas.microsoft.com/office/drawing/2014/main" id="{AC8BF0BA-02A5-5975-C70D-2A368FE7B110}"/>
              </a:ext>
            </a:extLst>
          </p:cNvPr>
          <p:cNvSpPr>
            <a:spLocks noGrp="1" noChangeArrowheads="1"/>
          </p:cNvSpPr>
          <p:nvPr>
            <p:ph type="title"/>
          </p:nvPr>
        </p:nvSpPr>
        <p:spPr bwMode="auto">
          <a:xfrm>
            <a:off x="96210" y="143248"/>
            <a:ext cx="11790990" cy="98488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sz="2000" b="1" i="0" dirty="0">
                <a:solidFill>
                  <a:srgbClr val="111827"/>
                </a:solidFill>
                <a:effectLst/>
                <a:latin typeface="__Inter_d65c78"/>
              </a:rPr>
              <a:t>What are the top 10 sales records by amount?</a:t>
            </a:r>
            <a:br>
              <a:rPr lang="en-US" sz="1100" b="1" i="0" dirty="0">
                <a:solidFill>
                  <a:srgbClr val="111827"/>
                </a:solidFill>
                <a:effectLst/>
                <a:latin typeface="__Inter_d65c78"/>
              </a:rPr>
            </a:br>
            <a:r>
              <a:rPr kumimoji="0" lang="en-US" altLang="en-US" sz="2000" b="1" i="0" u="none" strike="noStrike" cap="none" normalizeH="0" baseline="0" dirty="0" err="1">
                <a:ln>
                  <a:noFill/>
                </a:ln>
                <a:solidFill>
                  <a:schemeClr val="tx1"/>
                </a:solidFill>
                <a:effectLst/>
                <a:latin typeface="__Inter_d65c78"/>
              </a:rPr>
              <a:t>Explanation:</a:t>
            </a:r>
            <a:r>
              <a:rPr lang="en-US" sz="1800" b="0" i="0" dirty="0" err="1">
                <a:solidFill>
                  <a:srgbClr val="374151"/>
                </a:solidFill>
                <a:effectLst/>
                <a:latin typeface="__Inter_d65c78"/>
              </a:rPr>
              <a:t>Retrieves</a:t>
            </a:r>
            <a:r>
              <a:rPr lang="en-US" sz="1800" b="0" i="0" dirty="0">
                <a:solidFill>
                  <a:srgbClr val="374151"/>
                </a:solidFill>
                <a:effectLst/>
                <a:latin typeface="__Inter_d65c78"/>
              </a:rPr>
              <a:t> the top 10 sales records ordered by amount using the LIMIT clause.</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 name="Text Placeholder 2">
            <a:extLst>
              <a:ext uri="{FF2B5EF4-FFF2-40B4-BE49-F238E27FC236}">
                <a16:creationId xmlns:a16="http://schemas.microsoft.com/office/drawing/2014/main" id="{CF339FF0-F3F7-AD3C-AC99-DD1E187632F7}"/>
              </a:ext>
            </a:extLst>
          </p:cNvPr>
          <p:cNvSpPr>
            <a:spLocks noGrp="1"/>
          </p:cNvSpPr>
          <p:nvPr>
            <p:ph type="body" idx="1"/>
          </p:nvPr>
        </p:nvSpPr>
        <p:spPr/>
        <p:txBody>
          <a:bodyPr/>
          <a:lstStyle/>
          <a:p>
            <a:r>
              <a:rPr lang="en-IN" dirty="0"/>
              <a:t>Input</a:t>
            </a:r>
          </a:p>
        </p:txBody>
      </p:sp>
      <p:sp>
        <p:nvSpPr>
          <p:cNvPr id="5" name="Text Placeholder 4">
            <a:extLst>
              <a:ext uri="{FF2B5EF4-FFF2-40B4-BE49-F238E27FC236}">
                <a16:creationId xmlns:a16="http://schemas.microsoft.com/office/drawing/2014/main" id="{20A091A6-166C-8608-FAC3-32EA699F0969}"/>
              </a:ext>
            </a:extLst>
          </p:cNvPr>
          <p:cNvSpPr>
            <a:spLocks noGrp="1"/>
          </p:cNvSpPr>
          <p:nvPr>
            <p:ph type="body" sz="quarter" idx="3"/>
          </p:nvPr>
        </p:nvSpPr>
        <p:spPr/>
        <p:txBody>
          <a:bodyPr/>
          <a:lstStyle/>
          <a:p>
            <a:r>
              <a:rPr lang="en-IN" dirty="0"/>
              <a:t>Output</a:t>
            </a:r>
          </a:p>
        </p:txBody>
      </p:sp>
      <p:pic>
        <p:nvPicPr>
          <p:cNvPr id="4" name="Picture 3" descr="A white background with black text&#10;&#10;AI-generated content may be incorrect.">
            <a:extLst>
              <a:ext uri="{FF2B5EF4-FFF2-40B4-BE49-F238E27FC236}">
                <a16:creationId xmlns:a16="http://schemas.microsoft.com/office/drawing/2014/main" id="{AA6D1EFC-5DA8-CCB4-7AB0-D0809DCF39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8608" y="3550548"/>
            <a:ext cx="4181720" cy="1692179"/>
          </a:xfrm>
          <a:prstGeom prst="rect">
            <a:avLst/>
          </a:prstGeom>
        </p:spPr>
      </p:pic>
      <p:pic>
        <p:nvPicPr>
          <p:cNvPr id="10" name="Picture 9" descr="A screenshot of a data&#10;&#10;AI-generated content may be incorrect.">
            <a:extLst>
              <a:ext uri="{FF2B5EF4-FFF2-40B4-BE49-F238E27FC236}">
                <a16:creationId xmlns:a16="http://schemas.microsoft.com/office/drawing/2014/main" id="{AA424527-F054-CA75-982A-DA29F87AE0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72200" y="2950261"/>
            <a:ext cx="5010912" cy="2892755"/>
          </a:xfrm>
          <a:prstGeom prst="rect">
            <a:avLst/>
          </a:prstGeom>
        </p:spPr>
      </p:pic>
    </p:spTree>
    <p:extLst>
      <p:ext uri="{BB962C8B-B14F-4D97-AF65-F5344CB8AC3E}">
        <p14:creationId xmlns:p14="http://schemas.microsoft.com/office/powerpoint/2010/main" val="791762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85B491-527A-F2AA-E54B-627A64BBE735}"/>
            </a:ext>
          </a:extLst>
        </p:cNvPr>
        <p:cNvGrpSpPr/>
        <p:nvPr/>
      </p:nvGrpSpPr>
      <p:grpSpPr>
        <a:xfrm>
          <a:off x="0" y="0"/>
          <a:ext cx="0" cy="0"/>
          <a:chOff x="0" y="0"/>
          <a:chExt cx="0" cy="0"/>
        </a:xfrm>
      </p:grpSpPr>
      <p:sp>
        <p:nvSpPr>
          <p:cNvPr id="7" name="Rectangle 1">
            <a:extLst>
              <a:ext uri="{FF2B5EF4-FFF2-40B4-BE49-F238E27FC236}">
                <a16:creationId xmlns:a16="http://schemas.microsoft.com/office/drawing/2014/main" id="{DF4B0AE7-A2CF-4C60-42F0-0562F3049655}"/>
              </a:ext>
            </a:extLst>
          </p:cNvPr>
          <p:cNvSpPr>
            <a:spLocks noGrp="1" noChangeArrowheads="1"/>
          </p:cNvSpPr>
          <p:nvPr>
            <p:ph type="title"/>
          </p:nvPr>
        </p:nvSpPr>
        <p:spPr bwMode="auto">
          <a:xfrm>
            <a:off x="273231" y="363164"/>
            <a:ext cx="10790003" cy="707886"/>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sz="2000" b="1" i="0" dirty="0">
                <a:solidFill>
                  <a:srgbClr val="111827"/>
                </a:solidFill>
                <a:effectLst/>
                <a:latin typeface="__Inter_d65c78"/>
              </a:rPr>
              <a:t>How can I list all sales records ordered by sale date?</a:t>
            </a:r>
            <a:br>
              <a:rPr kumimoji="0" lang="en-US" altLang="en-US" sz="2000" b="1" i="0" u="none" strike="noStrike" cap="none" normalizeH="0" baseline="0" dirty="0">
                <a:ln>
                  <a:noFill/>
                </a:ln>
                <a:solidFill>
                  <a:schemeClr val="tx1"/>
                </a:solidFill>
                <a:effectLst/>
                <a:latin typeface="__Inter_d65c78"/>
              </a:rPr>
            </a:br>
            <a:r>
              <a:rPr kumimoji="0" lang="en-US" altLang="en-US" sz="2000" b="1" i="0" u="none" strike="noStrike" cap="none" normalizeH="0" baseline="0" dirty="0">
                <a:ln>
                  <a:noFill/>
                </a:ln>
                <a:solidFill>
                  <a:schemeClr val="tx1"/>
                </a:solidFill>
                <a:effectLst/>
                <a:latin typeface="__Inter_d65c78"/>
              </a:rPr>
              <a:t>Explanation: </a:t>
            </a:r>
            <a:r>
              <a:rPr lang="en-US" sz="1800" b="0" i="0" dirty="0">
                <a:solidFill>
                  <a:srgbClr val="374151"/>
                </a:solidFill>
                <a:effectLst/>
                <a:latin typeface="__Inter_d65c78"/>
              </a:rPr>
              <a:t>Lists all sales records ordered by sale date in ascending order</a:t>
            </a:r>
            <a:r>
              <a:rPr lang="en-US" sz="1100" b="0" i="0" dirty="0">
                <a:solidFill>
                  <a:srgbClr val="374151"/>
                </a:solidFill>
                <a:effectLst/>
                <a:latin typeface="__Inter_d65c78"/>
              </a:rPr>
              <a:t>.</a:t>
            </a:r>
            <a:endParaRPr kumimoji="0" lang="en-US" altLang="en-US" sz="2000" b="0" i="0" u="none" strike="noStrike" cap="none" normalizeH="0" baseline="0" dirty="0">
              <a:ln>
                <a:noFill/>
              </a:ln>
              <a:solidFill>
                <a:schemeClr val="tx1"/>
              </a:solidFill>
              <a:effectLst/>
              <a:latin typeface="__Inter_d65c78"/>
            </a:endParaRPr>
          </a:p>
        </p:txBody>
      </p:sp>
      <p:sp>
        <p:nvSpPr>
          <p:cNvPr id="3" name="Text Placeholder 2">
            <a:extLst>
              <a:ext uri="{FF2B5EF4-FFF2-40B4-BE49-F238E27FC236}">
                <a16:creationId xmlns:a16="http://schemas.microsoft.com/office/drawing/2014/main" id="{2656A005-1D26-6859-B15D-86C6F65ABB09}"/>
              </a:ext>
            </a:extLst>
          </p:cNvPr>
          <p:cNvSpPr>
            <a:spLocks noGrp="1"/>
          </p:cNvSpPr>
          <p:nvPr>
            <p:ph type="body" idx="1"/>
          </p:nvPr>
        </p:nvSpPr>
        <p:spPr>
          <a:xfrm>
            <a:off x="695834" y="1689627"/>
            <a:ext cx="5157787" cy="823912"/>
          </a:xfrm>
        </p:spPr>
        <p:txBody>
          <a:bodyPr/>
          <a:lstStyle/>
          <a:p>
            <a:r>
              <a:rPr lang="en-IN" dirty="0"/>
              <a:t>Input</a:t>
            </a:r>
          </a:p>
        </p:txBody>
      </p:sp>
      <p:sp>
        <p:nvSpPr>
          <p:cNvPr id="5" name="Text Placeholder 4">
            <a:extLst>
              <a:ext uri="{FF2B5EF4-FFF2-40B4-BE49-F238E27FC236}">
                <a16:creationId xmlns:a16="http://schemas.microsoft.com/office/drawing/2014/main" id="{C276602E-345B-F33D-ED16-7ACFAC51F4C0}"/>
              </a:ext>
            </a:extLst>
          </p:cNvPr>
          <p:cNvSpPr>
            <a:spLocks noGrp="1"/>
          </p:cNvSpPr>
          <p:nvPr>
            <p:ph type="body" sz="quarter" idx="3"/>
          </p:nvPr>
        </p:nvSpPr>
        <p:spPr/>
        <p:txBody>
          <a:bodyPr/>
          <a:lstStyle/>
          <a:p>
            <a:r>
              <a:rPr lang="en-IN" dirty="0"/>
              <a:t>Output</a:t>
            </a:r>
          </a:p>
        </p:txBody>
      </p:sp>
      <p:pic>
        <p:nvPicPr>
          <p:cNvPr id="4" name="Picture 3" descr="A white background with black text&#10;&#10;AI-generated content may be incorrect.">
            <a:extLst>
              <a:ext uri="{FF2B5EF4-FFF2-40B4-BE49-F238E27FC236}">
                <a16:creationId xmlns:a16="http://schemas.microsoft.com/office/drawing/2014/main" id="{4300A635-EC03-347D-595F-CC90F3AEB66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5834" y="3750694"/>
            <a:ext cx="3907643" cy="1459731"/>
          </a:xfrm>
          <a:prstGeom prst="rect">
            <a:avLst/>
          </a:prstGeom>
        </p:spPr>
      </p:pic>
      <p:pic>
        <p:nvPicPr>
          <p:cNvPr id="10" name="Picture 9" descr="A screenshot of a table&#10;&#10;AI-generated content may be incorrect.">
            <a:extLst>
              <a:ext uri="{FF2B5EF4-FFF2-40B4-BE49-F238E27FC236}">
                <a16:creationId xmlns:a16="http://schemas.microsoft.com/office/drawing/2014/main" id="{8E43EB26-7633-92BD-0843-40A7E3E9CD1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72200" y="2718664"/>
            <a:ext cx="4298052" cy="3505504"/>
          </a:xfrm>
          <a:prstGeom prst="rect">
            <a:avLst/>
          </a:prstGeom>
        </p:spPr>
      </p:pic>
    </p:spTree>
    <p:extLst>
      <p:ext uri="{BB962C8B-B14F-4D97-AF65-F5344CB8AC3E}">
        <p14:creationId xmlns:p14="http://schemas.microsoft.com/office/powerpoint/2010/main" val="34526642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6C471B-3362-F5AD-0E16-4F69573BFD7A}"/>
            </a:ext>
          </a:extLst>
        </p:cNvPr>
        <p:cNvGrpSpPr/>
        <p:nvPr/>
      </p:nvGrpSpPr>
      <p:grpSpPr>
        <a:xfrm>
          <a:off x="0" y="0"/>
          <a:ext cx="0" cy="0"/>
          <a:chOff x="0" y="0"/>
          <a:chExt cx="0" cy="0"/>
        </a:xfrm>
      </p:grpSpPr>
      <p:sp>
        <p:nvSpPr>
          <p:cNvPr id="7" name="Rectangle 1">
            <a:extLst>
              <a:ext uri="{FF2B5EF4-FFF2-40B4-BE49-F238E27FC236}">
                <a16:creationId xmlns:a16="http://schemas.microsoft.com/office/drawing/2014/main" id="{C4D05B3C-E235-CE4C-45C6-C568530500D1}"/>
              </a:ext>
            </a:extLst>
          </p:cNvPr>
          <p:cNvSpPr>
            <a:spLocks noGrp="1" noChangeArrowheads="1"/>
          </p:cNvSpPr>
          <p:nvPr>
            <p:ph type="title"/>
          </p:nvPr>
        </p:nvSpPr>
        <p:spPr bwMode="auto">
          <a:xfrm>
            <a:off x="136402" y="90169"/>
            <a:ext cx="12055597" cy="101566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1" i="0" u="none" strike="noStrike" cap="none" normalizeH="0" baseline="0" dirty="0">
                <a:ln>
                  <a:noFill/>
                </a:ln>
                <a:solidFill>
                  <a:schemeClr val="tx1"/>
                </a:solidFill>
                <a:effectLst/>
                <a:latin typeface="__Inter_d65c78"/>
              </a:rPr>
              <a:t>Calculate the total count of salespersons in each Team from the people table.</a:t>
            </a:r>
            <a:br>
              <a:rPr kumimoji="0" lang="en-US" altLang="en-US" sz="2000" b="1" i="0" u="none" strike="noStrike" cap="none" normalizeH="0" baseline="0" dirty="0">
                <a:ln>
                  <a:noFill/>
                </a:ln>
                <a:solidFill>
                  <a:schemeClr val="tx1"/>
                </a:solidFill>
                <a:effectLst/>
                <a:latin typeface="__Inter_d65c78"/>
              </a:rPr>
            </a:br>
            <a:r>
              <a:rPr kumimoji="0" lang="en-US" altLang="en-US" sz="2000" b="1" i="0" u="none" strike="noStrike" cap="none" normalizeH="0" baseline="0" dirty="0">
                <a:ln>
                  <a:noFill/>
                </a:ln>
                <a:solidFill>
                  <a:schemeClr val="tx1"/>
                </a:solidFill>
                <a:effectLst/>
                <a:latin typeface="__Inter_d65c78"/>
              </a:rPr>
              <a:t>Explanation: </a:t>
            </a:r>
            <a:r>
              <a:rPr kumimoji="0" lang="en-US" altLang="en-US" sz="2000" b="0" i="0" u="none" strike="noStrike" cap="none" normalizeH="0" baseline="0" dirty="0">
                <a:ln>
                  <a:noFill/>
                </a:ln>
                <a:solidFill>
                  <a:schemeClr val="tx1"/>
                </a:solidFill>
                <a:effectLst/>
                <a:latin typeface="__Inter_d65c78"/>
              </a:rPr>
              <a:t>This query calculates total number of salespersons in each team from the ‘people’ table</a:t>
            </a:r>
          </a:p>
        </p:txBody>
      </p:sp>
      <p:sp>
        <p:nvSpPr>
          <p:cNvPr id="3" name="Text Placeholder 2">
            <a:extLst>
              <a:ext uri="{FF2B5EF4-FFF2-40B4-BE49-F238E27FC236}">
                <a16:creationId xmlns:a16="http://schemas.microsoft.com/office/drawing/2014/main" id="{E3FF8915-F9C6-D80B-2A56-42BA09514B75}"/>
              </a:ext>
            </a:extLst>
          </p:cNvPr>
          <p:cNvSpPr>
            <a:spLocks noGrp="1"/>
          </p:cNvSpPr>
          <p:nvPr>
            <p:ph type="body" idx="1"/>
          </p:nvPr>
        </p:nvSpPr>
        <p:spPr/>
        <p:txBody>
          <a:bodyPr/>
          <a:lstStyle/>
          <a:p>
            <a:r>
              <a:rPr lang="en-IN" dirty="0"/>
              <a:t>Input</a:t>
            </a:r>
          </a:p>
        </p:txBody>
      </p:sp>
      <p:sp>
        <p:nvSpPr>
          <p:cNvPr id="5" name="Text Placeholder 4">
            <a:extLst>
              <a:ext uri="{FF2B5EF4-FFF2-40B4-BE49-F238E27FC236}">
                <a16:creationId xmlns:a16="http://schemas.microsoft.com/office/drawing/2014/main" id="{D4069F4B-684F-DC92-77B7-1347920D07AB}"/>
              </a:ext>
            </a:extLst>
          </p:cNvPr>
          <p:cNvSpPr>
            <a:spLocks noGrp="1"/>
          </p:cNvSpPr>
          <p:nvPr>
            <p:ph type="body" sz="quarter" idx="3"/>
          </p:nvPr>
        </p:nvSpPr>
        <p:spPr/>
        <p:txBody>
          <a:bodyPr/>
          <a:lstStyle/>
          <a:p>
            <a:r>
              <a:rPr lang="en-IN" dirty="0"/>
              <a:t>Output</a:t>
            </a:r>
          </a:p>
        </p:txBody>
      </p:sp>
      <p:pic>
        <p:nvPicPr>
          <p:cNvPr id="4" name="Picture 3" descr="A white background with blue text&#10;&#10;AI-generated content may be incorrect.">
            <a:extLst>
              <a:ext uri="{FF2B5EF4-FFF2-40B4-BE49-F238E27FC236}">
                <a16:creationId xmlns:a16="http://schemas.microsoft.com/office/drawing/2014/main" id="{FD21B64D-2D4D-DCA4-0807-A71D2BC05C5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73549" y="3963515"/>
            <a:ext cx="4256523" cy="1213322"/>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46A3909-D431-6527-E4FD-28E82C130B9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59008" y="2700000"/>
            <a:ext cx="2400359" cy="3584619"/>
          </a:xfrm>
          <a:prstGeom prst="rect">
            <a:avLst/>
          </a:prstGeom>
        </p:spPr>
      </p:pic>
    </p:spTree>
    <p:extLst>
      <p:ext uri="{BB962C8B-B14F-4D97-AF65-F5344CB8AC3E}">
        <p14:creationId xmlns:p14="http://schemas.microsoft.com/office/powerpoint/2010/main" val="5437196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3F5B3-558E-3050-D9E2-3FAA84D67607}"/>
            </a:ext>
          </a:extLst>
        </p:cNvPr>
        <p:cNvGrpSpPr/>
        <p:nvPr/>
      </p:nvGrpSpPr>
      <p:grpSpPr>
        <a:xfrm>
          <a:off x="0" y="0"/>
          <a:ext cx="0" cy="0"/>
          <a:chOff x="0" y="0"/>
          <a:chExt cx="0" cy="0"/>
        </a:xfrm>
      </p:grpSpPr>
      <p:sp>
        <p:nvSpPr>
          <p:cNvPr id="7" name="Rectangle 1">
            <a:extLst>
              <a:ext uri="{FF2B5EF4-FFF2-40B4-BE49-F238E27FC236}">
                <a16:creationId xmlns:a16="http://schemas.microsoft.com/office/drawing/2014/main" id="{AB3804C3-6D6B-8C08-C1A1-606CA304DB9E}"/>
              </a:ext>
            </a:extLst>
          </p:cNvPr>
          <p:cNvSpPr>
            <a:spLocks noGrp="1" noChangeArrowheads="1"/>
          </p:cNvSpPr>
          <p:nvPr>
            <p:ph type="title"/>
          </p:nvPr>
        </p:nvSpPr>
        <p:spPr bwMode="auto">
          <a:xfrm>
            <a:off x="246937" y="295999"/>
            <a:ext cx="10407332" cy="98488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sz="2000" b="1" i="0" dirty="0">
                <a:solidFill>
                  <a:srgbClr val="111827"/>
                </a:solidFill>
                <a:effectLst/>
                <a:latin typeface="__Inter_d65c78"/>
              </a:rPr>
              <a:t>Which products have total sales greater than $1,000?</a:t>
            </a:r>
            <a:br>
              <a:rPr lang="en-US" sz="1100" b="1" i="0" dirty="0">
                <a:solidFill>
                  <a:srgbClr val="111827"/>
                </a:solidFill>
                <a:effectLst/>
                <a:latin typeface="__Inter_d65c78"/>
              </a:rPr>
            </a:br>
            <a:r>
              <a:rPr kumimoji="0" lang="en-US" altLang="en-US" sz="2000" b="1" i="0" u="none" strike="noStrike" cap="none" normalizeH="0" baseline="0" dirty="0" err="1">
                <a:ln>
                  <a:noFill/>
                </a:ln>
                <a:solidFill>
                  <a:schemeClr val="tx1"/>
                </a:solidFill>
                <a:effectLst/>
                <a:latin typeface="__Inter_d65c78"/>
              </a:rPr>
              <a:t>Explanation:</a:t>
            </a:r>
            <a:r>
              <a:rPr lang="en-US" sz="1800" b="0" i="0" dirty="0" err="1">
                <a:solidFill>
                  <a:srgbClr val="374151"/>
                </a:solidFill>
                <a:effectLst/>
                <a:latin typeface="__Inter_d65c78"/>
              </a:rPr>
              <a:t>Filters</a:t>
            </a:r>
            <a:r>
              <a:rPr lang="en-US" sz="1800" b="0" i="0" dirty="0">
                <a:solidFill>
                  <a:srgbClr val="374151"/>
                </a:solidFill>
                <a:effectLst/>
                <a:latin typeface="__Inter_d65c78"/>
              </a:rPr>
              <a:t> products with total sales greater than $1,000 using GROUP BY and HAVING clauses.</a:t>
            </a:r>
            <a:endParaRPr kumimoji="0" lang="en-US" altLang="en-US" sz="1800" b="0" i="0" u="none" strike="noStrike" cap="none" normalizeH="0" baseline="0" dirty="0">
              <a:ln>
                <a:noFill/>
              </a:ln>
              <a:solidFill>
                <a:schemeClr val="tx1"/>
              </a:solidFill>
              <a:effectLst/>
              <a:latin typeface="__Inter_d65c78"/>
            </a:endParaRPr>
          </a:p>
        </p:txBody>
      </p:sp>
      <p:sp>
        <p:nvSpPr>
          <p:cNvPr id="3" name="Text Placeholder 2">
            <a:extLst>
              <a:ext uri="{FF2B5EF4-FFF2-40B4-BE49-F238E27FC236}">
                <a16:creationId xmlns:a16="http://schemas.microsoft.com/office/drawing/2014/main" id="{8D28E418-04AF-CEE7-32F0-D79752E41885}"/>
              </a:ext>
            </a:extLst>
          </p:cNvPr>
          <p:cNvSpPr>
            <a:spLocks noGrp="1"/>
          </p:cNvSpPr>
          <p:nvPr>
            <p:ph type="body" idx="1"/>
          </p:nvPr>
        </p:nvSpPr>
        <p:spPr/>
        <p:txBody>
          <a:bodyPr/>
          <a:lstStyle/>
          <a:p>
            <a:r>
              <a:rPr lang="en-IN" dirty="0"/>
              <a:t>Input</a:t>
            </a:r>
          </a:p>
        </p:txBody>
      </p:sp>
      <p:sp>
        <p:nvSpPr>
          <p:cNvPr id="5" name="Text Placeholder 4">
            <a:extLst>
              <a:ext uri="{FF2B5EF4-FFF2-40B4-BE49-F238E27FC236}">
                <a16:creationId xmlns:a16="http://schemas.microsoft.com/office/drawing/2014/main" id="{4AF7D984-62E0-71CF-8212-A1D395FC3604}"/>
              </a:ext>
            </a:extLst>
          </p:cNvPr>
          <p:cNvSpPr>
            <a:spLocks noGrp="1"/>
          </p:cNvSpPr>
          <p:nvPr>
            <p:ph type="body" sz="quarter" idx="3"/>
          </p:nvPr>
        </p:nvSpPr>
        <p:spPr/>
        <p:txBody>
          <a:bodyPr/>
          <a:lstStyle/>
          <a:p>
            <a:r>
              <a:rPr lang="en-IN" dirty="0"/>
              <a:t>Output</a:t>
            </a:r>
          </a:p>
        </p:txBody>
      </p:sp>
      <p:pic>
        <p:nvPicPr>
          <p:cNvPr id="8" name="Picture 7" descr="A screenshot of a computer&#10;&#10;AI-generated content may be incorrect.">
            <a:extLst>
              <a:ext uri="{FF2B5EF4-FFF2-40B4-BE49-F238E27FC236}">
                <a16:creationId xmlns:a16="http://schemas.microsoft.com/office/drawing/2014/main" id="{944593AB-4CFB-5F43-26D1-44F845654A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30638" y="2481721"/>
            <a:ext cx="2767642" cy="3840813"/>
          </a:xfrm>
          <a:prstGeom prst="rect">
            <a:avLst/>
          </a:prstGeom>
        </p:spPr>
      </p:pic>
      <p:pic>
        <p:nvPicPr>
          <p:cNvPr id="13" name="Picture 12" descr="A close up of text&#10;&#10;AI-generated content may be incorrect.">
            <a:extLst>
              <a:ext uri="{FF2B5EF4-FFF2-40B4-BE49-F238E27FC236}">
                <a16:creationId xmlns:a16="http://schemas.microsoft.com/office/drawing/2014/main" id="{3FB2F4DC-F8EB-2534-B6F2-B9A7DA4DAA1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9788" y="3602736"/>
            <a:ext cx="4463732" cy="1490471"/>
          </a:xfrm>
          <a:prstGeom prst="rect">
            <a:avLst/>
          </a:prstGeom>
        </p:spPr>
      </p:pic>
    </p:spTree>
    <p:extLst>
      <p:ext uri="{BB962C8B-B14F-4D97-AF65-F5344CB8AC3E}">
        <p14:creationId xmlns:p14="http://schemas.microsoft.com/office/powerpoint/2010/main" val="16503251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019DA-5F70-9418-64A3-D48C64ECCF28}"/>
            </a:ext>
          </a:extLst>
        </p:cNvPr>
        <p:cNvGrpSpPr/>
        <p:nvPr/>
      </p:nvGrpSpPr>
      <p:grpSpPr>
        <a:xfrm>
          <a:off x="0" y="0"/>
          <a:ext cx="0" cy="0"/>
          <a:chOff x="0" y="0"/>
          <a:chExt cx="0" cy="0"/>
        </a:xfrm>
      </p:grpSpPr>
      <p:sp>
        <p:nvSpPr>
          <p:cNvPr id="7" name="Rectangle 1">
            <a:extLst>
              <a:ext uri="{FF2B5EF4-FFF2-40B4-BE49-F238E27FC236}">
                <a16:creationId xmlns:a16="http://schemas.microsoft.com/office/drawing/2014/main" id="{59112E4E-F062-FCB9-F4AC-5BEAE2224A98}"/>
              </a:ext>
            </a:extLst>
          </p:cNvPr>
          <p:cNvSpPr>
            <a:spLocks noGrp="1" noChangeArrowheads="1"/>
          </p:cNvSpPr>
          <p:nvPr>
            <p:ph type="title"/>
          </p:nvPr>
        </p:nvSpPr>
        <p:spPr bwMode="auto">
          <a:xfrm>
            <a:off x="0" y="416663"/>
            <a:ext cx="12058022" cy="111722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l">
              <a:buNone/>
            </a:pPr>
            <a:r>
              <a:rPr lang="en-US" sz="2000" b="1" i="0" dirty="0">
                <a:solidFill>
                  <a:srgbClr val="111827"/>
                </a:solidFill>
                <a:effectLst/>
                <a:latin typeface="__Inter_d65c78"/>
              </a:rPr>
              <a:t>Which salespersons have total sales greater than the total sales of a specific product?</a:t>
            </a:r>
            <a:br>
              <a:rPr lang="en-US" sz="1100" dirty="0"/>
            </a:br>
            <a:r>
              <a:rPr kumimoji="0" lang="en-US" altLang="en-US" sz="2000" b="1" i="0" u="none" strike="noStrike" cap="none" normalizeH="0" baseline="0" dirty="0">
                <a:ln>
                  <a:noFill/>
                </a:ln>
                <a:solidFill>
                  <a:schemeClr val="tx1"/>
                </a:solidFill>
                <a:effectLst/>
                <a:latin typeface="__Inter_d65c78"/>
              </a:rPr>
              <a:t>Explanation:</a:t>
            </a:r>
            <a:r>
              <a:rPr kumimoji="0" lang="en-US" altLang="en-US" sz="1800" u="none" strike="noStrike" cap="none" normalizeH="0" baseline="0" dirty="0">
                <a:ln>
                  <a:noFill/>
                </a:ln>
                <a:solidFill>
                  <a:srgbClr val="374151"/>
                </a:solidFill>
                <a:latin typeface="__Inter_d65c78"/>
              </a:rPr>
              <a:t> </a:t>
            </a:r>
            <a:r>
              <a:rPr lang="en-US" sz="1400" b="0" i="0" dirty="0">
                <a:solidFill>
                  <a:srgbClr val="374151"/>
                </a:solidFill>
                <a:effectLst/>
                <a:latin typeface="__Inter_d65c78"/>
              </a:rPr>
              <a:t>Identifies salespersons whose total sales exceed those of a specified product using a sub-query for comparison</a:t>
            </a:r>
            <a:r>
              <a:rPr lang="en-US" sz="1050" b="0" i="0" dirty="0">
                <a:solidFill>
                  <a:srgbClr val="374151"/>
                </a:solidFill>
                <a:effectLst/>
                <a:latin typeface="__Inter_d65c78"/>
              </a:rPr>
              <a:t>.</a:t>
            </a:r>
            <a:endParaRPr kumimoji="0" lang="en-US" altLang="en-US" sz="1800" i="0" u="none" strike="noStrike" cap="none" normalizeH="0" baseline="0" dirty="0">
              <a:ln>
                <a:noFill/>
              </a:ln>
              <a:solidFill>
                <a:schemeClr val="tx1"/>
              </a:solidFill>
              <a:effectLst/>
              <a:latin typeface="__Inter_d65c78"/>
            </a:endParaRPr>
          </a:p>
        </p:txBody>
      </p:sp>
      <p:sp>
        <p:nvSpPr>
          <p:cNvPr id="3" name="Text Placeholder 2">
            <a:extLst>
              <a:ext uri="{FF2B5EF4-FFF2-40B4-BE49-F238E27FC236}">
                <a16:creationId xmlns:a16="http://schemas.microsoft.com/office/drawing/2014/main" id="{BEF25EC6-D623-9E8C-133E-5CEA23639F83}"/>
              </a:ext>
            </a:extLst>
          </p:cNvPr>
          <p:cNvSpPr>
            <a:spLocks noGrp="1"/>
          </p:cNvSpPr>
          <p:nvPr>
            <p:ph type="body" idx="1"/>
          </p:nvPr>
        </p:nvSpPr>
        <p:spPr/>
        <p:txBody>
          <a:bodyPr/>
          <a:lstStyle/>
          <a:p>
            <a:r>
              <a:rPr lang="en-IN" dirty="0"/>
              <a:t>Input</a:t>
            </a:r>
          </a:p>
        </p:txBody>
      </p:sp>
      <p:sp>
        <p:nvSpPr>
          <p:cNvPr id="5" name="Text Placeholder 4">
            <a:extLst>
              <a:ext uri="{FF2B5EF4-FFF2-40B4-BE49-F238E27FC236}">
                <a16:creationId xmlns:a16="http://schemas.microsoft.com/office/drawing/2014/main" id="{0FADC7C0-8037-4E97-EB9F-DC4956798B01}"/>
              </a:ext>
            </a:extLst>
          </p:cNvPr>
          <p:cNvSpPr>
            <a:spLocks noGrp="1"/>
          </p:cNvSpPr>
          <p:nvPr>
            <p:ph type="body" sz="quarter" idx="3"/>
          </p:nvPr>
        </p:nvSpPr>
        <p:spPr/>
        <p:txBody>
          <a:bodyPr/>
          <a:lstStyle/>
          <a:p>
            <a:r>
              <a:rPr lang="en-IN" dirty="0"/>
              <a:t>Output</a:t>
            </a:r>
          </a:p>
        </p:txBody>
      </p:sp>
      <p:pic>
        <p:nvPicPr>
          <p:cNvPr id="8" name="Picture 7" descr="A white background with black text&#10;&#10;AI-generated content may be incorrect.">
            <a:extLst>
              <a:ext uri="{FF2B5EF4-FFF2-40B4-BE49-F238E27FC236}">
                <a16:creationId xmlns:a16="http://schemas.microsoft.com/office/drawing/2014/main" id="{FD7736E0-6157-1F30-20A3-A476ECAA6DD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9788" y="3769575"/>
            <a:ext cx="4820348" cy="1250481"/>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D8833E87-3D10-7B67-40E7-46386FCE28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80344" y="3310080"/>
            <a:ext cx="2982528" cy="1947720"/>
          </a:xfrm>
          <a:prstGeom prst="rect">
            <a:avLst/>
          </a:prstGeom>
        </p:spPr>
      </p:pic>
    </p:spTree>
    <p:extLst>
      <p:ext uri="{BB962C8B-B14F-4D97-AF65-F5344CB8AC3E}">
        <p14:creationId xmlns:p14="http://schemas.microsoft.com/office/powerpoint/2010/main" val="21162575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109D74-0D14-8952-903C-B8E9DD3DBF7A}"/>
            </a:ext>
          </a:extLst>
        </p:cNvPr>
        <p:cNvGrpSpPr/>
        <p:nvPr/>
      </p:nvGrpSpPr>
      <p:grpSpPr>
        <a:xfrm>
          <a:off x="0" y="0"/>
          <a:ext cx="0" cy="0"/>
          <a:chOff x="0" y="0"/>
          <a:chExt cx="0" cy="0"/>
        </a:xfrm>
      </p:grpSpPr>
      <p:sp>
        <p:nvSpPr>
          <p:cNvPr id="7" name="Rectangle 1">
            <a:extLst>
              <a:ext uri="{FF2B5EF4-FFF2-40B4-BE49-F238E27FC236}">
                <a16:creationId xmlns:a16="http://schemas.microsoft.com/office/drawing/2014/main" id="{CA3FAA95-93F1-53C5-93E3-F4D7B3D8C921}"/>
              </a:ext>
            </a:extLst>
          </p:cNvPr>
          <p:cNvSpPr>
            <a:spLocks noGrp="1" noChangeArrowheads="1"/>
          </p:cNvSpPr>
          <p:nvPr>
            <p:ph type="title"/>
          </p:nvPr>
        </p:nvSpPr>
        <p:spPr bwMode="auto">
          <a:xfrm>
            <a:off x="81048" y="256930"/>
            <a:ext cx="12110952" cy="120032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sz="2000" b="1" i="0" dirty="0">
                <a:solidFill>
                  <a:srgbClr val="111827"/>
                </a:solidFill>
                <a:effectLst/>
                <a:latin typeface="__Inter_d65c78"/>
              </a:rPr>
              <a:t>What are the sales records for the salesperson "Barr </a:t>
            </a:r>
            <a:r>
              <a:rPr lang="en-US" sz="2000" b="1" i="0" dirty="0" err="1">
                <a:solidFill>
                  <a:srgbClr val="111827"/>
                </a:solidFill>
                <a:effectLst/>
                <a:latin typeface="__Inter_d65c78"/>
              </a:rPr>
              <a:t>Faughny</a:t>
            </a:r>
            <a:r>
              <a:rPr lang="en-US" sz="2000" b="1" i="0" dirty="0">
                <a:solidFill>
                  <a:srgbClr val="111827"/>
                </a:solidFill>
                <a:effectLst/>
                <a:latin typeface="__Inter_d65c78"/>
              </a:rPr>
              <a:t>" in the "BARS" category, ordered by sales amount?</a:t>
            </a:r>
            <a:br>
              <a:rPr kumimoji="0" lang="en-US" altLang="en-US" sz="1800" b="1" i="0" u="none" strike="noStrike" cap="none" normalizeH="0" baseline="0" dirty="0">
                <a:ln>
                  <a:noFill/>
                </a:ln>
                <a:solidFill>
                  <a:schemeClr val="tx1"/>
                </a:solidFill>
                <a:effectLst/>
                <a:latin typeface="Arial" panose="020B0604020202020204" pitchFamily="34" charset="0"/>
              </a:rPr>
            </a:br>
            <a:r>
              <a:rPr kumimoji="0" lang="en-US" altLang="en-US" sz="1800" b="1" i="0" u="none" strike="noStrike" cap="none" normalizeH="0" baseline="0" dirty="0">
                <a:ln>
                  <a:noFill/>
                </a:ln>
                <a:solidFill>
                  <a:schemeClr val="tx1"/>
                </a:solidFill>
                <a:effectLst/>
                <a:latin typeface="Arial" panose="020B0604020202020204" pitchFamily="34" charset="0"/>
              </a:rPr>
              <a:t>Explanation:</a:t>
            </a:r>
            <a:r>
              <a:rPr lang="en-US" altLang="en-US" sz="1800" b="1" cap="none" dirty="0"/>
              <a:t> </a:t>
            </a:r>
            <a:r>
              <a:rPr lang="en-US" sz="1400" b="0" i="0" dirty="0">
                <a:solidFill>
                  <a:srgbClr val="374151"/>
                </a:solidFill>
                <a:effectLst/>
                <a:latin typeface="__Inter_d65c78"/>
              </a:rPr>
              <a:t>Retrieves sales records for "Barr </a:t>
            </a:r>
            <a:r>
              <a:rPr lang="en-US" sz="1400" b="0" i="0" dirty="0" err="1">
                <a:solidFill>
                  <a:srgbClr val="374151"/>
                </a:solidFill>
                <a:effectLst/>
                <a:latin typeface="__Inter_d65c78"/>
              </a:rPr>
              <a:t>Faughny</a:t>
            </a:r>
            <a:r>
              <a:rPr lang="en-US" sz="1400" b="0" i="0" dirty="0">
                <a:solidFill>
                  <a:srgbClr val="374151"/>
                </a:solidFill>
                <a:effectLst/>
                <a:latin typeface="__Inter_d65c78"/>
              </a:rPr>
              <a:t>" in the "BARS" category, ordered by sales amount in descending order.</a:t>
            </a:r>
            <a:endParaRPr kumimoji="0" lang="en-US" altLang="en-US" sz="1400" i="0" u="none" strike="noStrike" cap="none" normalizeH="0" baseline="0" dirty="0">
              <a:ln>
                <a:noFill/>
              </a:ln>
              <a:solidFill>
                <a:schemeClr val="tx1"/>
              </a:solidFill>
              <a:effectLst/>
              <a:latin typeface="Arial" panose="020B0604020202020204" pitchFamily="34" charset="0"/>
            </a:endParaRPr>
          </a:p>
        </p:txBody>
      </p:sp>
      <p:sp>
        <p:nvSpPr>
          <p:cNvPr id="3" name="Text Placeholder 2">
            <a:extLst>
              <a:ext uri="{FF2B5EF4-FFF2-40B4-BE49-F238E27FC236}">
                <a16:creationId xmlns:a16="http://schemas.microsoft.com/office/drawing/2014/main" id="{4D19F2CD-AC00-4FE2-74D3-9DE11EFECA21}"/>
              </a:ext>
            </a:extLst>
          </p:cNvPr>
          <p:cNvSpPr>
            <a:spLocks noGrp="1"/>
          </p:cNvSpPr>
          <p:nvPr>
            <p:ph type="body" idx="1"/>
          </p:nvPr>
        </p:nvSpPr>
        <p:spPr/>
        <p:txBody>
          <a:bodyPr/>
          <a:lstStyle/>
          <a:p>
            <a:r>
              <a:rPr lang="en-IN" dirty="0"/>
              <a:t>Input</a:t>
            </a:r>
          </a:p>
        </p:txBody>
      </p:sp>
      <p:sp>
        <p:nvSpPr>
          <p:cNvPr id="5" name="Text Placeholder 4">
            <a:extLst>
              <a:ext uri="{FF2B5EF4-FFF2-40B4-BE49-F238E27FC236}">
                <a16:creationId xmlns:a16="http://schemas.microsoft.com/office/drawing/2014/main" id="{3890EDCE-853C-D5EE-9F25-F6F1E266363F}"/>
              </a:ext>
            </a:extLst>
          </p:cNvPr>
          <p:cNvSpPr>
            <a:spLocks noGrp="1"/>
          </p:cNvSpPr>
          <p:nvPr>
            <p:ph type="body" sz="quarter" idx="3"/>
          </p:nvPr>
        </p:nvSpPr>
        <p:spPr/>
        <p:txBody>
          <a:bodyPr/>
          <a:lstStyle/>
          <a:p>
            <a:r>
              <a:rPr lang="en-IN" dirty="0"/>
              <a:t>Output</a:t>
            </a:r>
          </a:p>
        </p:txBody>
      </p:sp>
      <p:pic>
        <p:nvPicPr>
          <p:cNvPr id="11" name="Picture 10" descr="A screenshot of a computer program&#10;&#10;AI-generated content may be incorrect.">
            <a:extLst>
              <a:ext uri="{FF2B5EF4-FFF2-40B4-BE49-F238E27FC236}">
                <a16:creationId xmlns:a16="http://schemas.microsoft.com/office/drawing/2014/main" id="{CE891140-EBCD-6FFC-B4DC-7CB9F28CC23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9788" y="3194243"/>
            <a:ext cx="4335716" cy="1982594"/>
          </a:xfrm>
          <a:prstGeom prst="rect">
            <a:avLst/>
          </a:prstGeom>
        </p:spPr>
      </p:pic>
      <p:pic>
        <p:nvPicPr>
          <p:cNvPr id="14" name="Picture 13" descr="A screenshot of a computer&#10;&#10;AI-generated content may be incorrect.">
            <a:extLst>
              <a:ext uri="{FF2B5EF4-FFF2-40B4-BE49-F238E27FC236}">
                <a16:creationId xmlns:a16="http://schemas.microsoft.com/office/drawing/2014/main" id="{8D159009-120A-44AC-108A-2DBB5C1CCE2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97575" y="3329144"/>
            <a:ext cx="5700254" cy="1425736"/>
          </a:xfrm>
          <a:prstGeom prst="rect">
            <a:avLst/>
          </a:prstGeom>
        </p:spPr>
      </p:pic>
    </p:spTree>
    <p:extLst>
      <p:ext uri="{BB962C8B-B14F-4D97-AF65-F5344CB8AC3E}">
        <p14:creationId xmlns:p14="http://schemas.microsoft.com/office/powerpoint/2010/main" val="33447371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722FD6-E7A3-33DF-B903-BC96AB0DF72A}"/>
            </a:ext>
          </a:extLst>
        </p:cNvPr>
        <p:cNvGrpSpPr/>
        <p:nvPr/>
      </p:nvGrpSpPr>
      <p:grpSpPr>
        <a:xfrm>
          <a:off x="0" y="0"/>
          <a:ext cx="0" cy="0"/>
          <a:chOff x="0" y="0"/>
          <a:chExt cx="0" cy="0"/>
        </a:xfrm>
      </p:grpSpPr>
      <p:sp>
        <p:nvSpPr>
          <p:cNvPr id="7" name="Rectangle 1">
            <a:extLst>
              <a:ext uri="{FF2B5EF4-FFF2-40B4-BE49-F238E27FC236}">
                <a16:creationId xmlns:a16="http://schemas.microsoft.com/office/drawing/2014/main" id="{DD735563-B04D-9860-7113-317911A3F2F7}"/>
              </a:ext>
            </a:extLst>
          </p:cNvPr>
          <p:cNvSpPr>
            <a:spLocks noGrp="1" noChangeArrowheads="1"/>
          </p:cNvSpPr>
          <p:nvPr>
            <p:ph type="title"/>
          </p:nvPr>
        </p:nvSpPr>
        <p:spPr bwMode="auto">
          <a:xfrm>
            <a:off x="0" y="104085"/>
            <a:ext cx="12192000" cy="1231106"/>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sz="2000" b="1" i="0" dirty="0">
                <a:solidFill>
                  <a:srgbClr val="111827"/>
                </a:solidFill>
                <a:effectLst/>
                <a:latin typeface="__Inter_d65c78"/>
              </a:rPr>
              <a:t>How can we insert a new salesperson into the "people" table using a stored procedure?</a:t>
            </a:r>
            <a:br>
              <a:rPr kumimoji="0" lang="en-US" altLang="en-US" sz="2000" b="1" i="0" u="none" strike="noStrike" cap="none" normalizeH="0" baseline="0" dirty="0">
                <a:ln>
                  <a:noFill/>
                </a:ln>
                <a:solidFill>
                  <a:schemeClr val="tx1"/>
                </a:solidFill>
                <a:effectLst/>
                <a:latin typeface="__Inter_d65c78"/>
              </a:rPr>
            </a:br>
            <a:r>
              <a:rPr kumimoji="0" lang="en-US" altLang="en-US" sz="2000" b="1" i="0" u="none" strike="noStrike" cap="none" normalizeH="0" baseline="0" dirty="0">
                <a:ln>
                  <a:noFill/>
                </a:ln>
                <a:solidFill>
                  <a:schemeClr val="tx1"/>
                </a:solidFill>
                <a:effectLst/>
                <a:latin typeface="__Inter_d65c78"/>
              </a:rPr>
              <a:t>Explanation: </a:t>
            </a:r>
            <a:r>
              <a:rPr lang="en-US" sz="1400" b="0" i="0" dirty="0">
                <a:solidFill>
                  <a:srgbClr val="374151"/>
                </a:solidFill>
                <a:effectLst/>
                <a:latin typeface="__Inter_d65c78"/>
              </a:rPr>
              <a:t>Creates a stored procedure to insert a new salesperson into the "people" table, enhancing data management efficiency</a:t>
            </a:r>
            <a:r>
              <a:rPr lang="en-US" sz="1100" b="0" i="0" dirty="0">
                <a:solidFill>
                  <a:srgbClr val="374151"/>
                </a:solidFill>
                <a:effectLst/>
                <a:latin typeface="__Inter_d65c78"/>
              </a:rPr>
              <a:t>.</a:t>
            </a:r>
            <a:endParaRPr kumimoji="0" lang="en-US" altLang="en-US" sz="2000" b="0" i="0" u="none" strike="noStrike" cap="none" normalizeH="0" baseline="0" dirty="0">
              <a:ln>
                <a:noFill/>
              </a:ln>
              <a:solidFill>
                <a:schemeClr val="tx1"/>
              </a:solidFill>
              <a:effectLst/>
              <a:latin typeface="__Inter_d65c78"/>
            </a:endParaRPr>
          </a:p>
        </p:txBody>
      </p:sp>
      <p:sp>
        <p:nvSpPr>
          <p:cNvPr id="3" name="Text Placeholder 2">
            <a:extLst>
              <a:ext uri="{FF2B5EF4-FFF2-40B4-BE49-F238E27FC236}">
                <a16:creationId xmlns:a16="http://schemas.microsoft.com/office/drawing/2014/main" id="{F6093A81-33E6-A402-C039-4E37F0F9F688}"/>
              </a:ext>
            </a:extLst>
          </p:cNvPr>
          <p:cNvSpPr>
            <a:spLocks noGrp="1"/>
          </p:cNvSpPr>
          <p:nvPr>
            <p:ph type="body" idx="1"/>
          </p:nvPr>
        </p:nvSpPr>
        <p:spPr/>
        <p:txBody>
          <a:bodyPr/>
          <a:lstStyle/>
          <a:p>
            <a:r>
              <a:rPr lang="en-IN" dirty="0"/>
              <a:t>Input</a:t>
            </a:r>
          </a:p>
        </p:txBody>
      </p:sp>
      <p:sp>
        <p:nvSpPr>
          <p:cNvPr id="5" name="Text Placeholder 4">
            <a:extLst>
              <a:ext uri="{FF2B5EF4-FFF2-40B4-BE49-F238E27FC236}">
                <a16:creationId xmlns:a16="http://schemas.microsoft.com/office/drawing/2014/main" id="{3EC54BD6-5B56-DEF8-32D3-0AFFD5B9AC87}"/>
              </a:ext>
            </a:extLst>
          </p:cNvPr>
          <p:cNvSpPr>
            <a:spLocks noGrp="1"/>
          </p:cNvSpPr>
          <p:nvPr>
            <p:ph type="body" sz="quarter" idx="3"/>
          </p:nvPr>
        </p:nvSpPr>
        <p:spPr/>
        <p:txBody>
          <a:bodyPr/>
          <a:lstStyle/>
          <a:p>
            <a:r>
              <a:rPr lang="en-IN" dirty="0"/>
              <a:t>Output</a:t>
            </a:r>
          </a:p>
        </p:txBody>
      </p:sp>
      <p:pic>
        <p:nvPicPr>
          <p:cNvPr id="4" name="Picture 3" descr="A computer screen shot of a computer code&#10;&#10;AI-generated content may be incorrect.">
            <a:extLst>
              <a:ext uri="{FF2B5EF4-FFF2-40B4-BE49-F238E27FC236}">
                <a16:creationId xmlns:a16="http://schemas.microsoft.com/office/drawing/2014/main" id="{F222BF7E-6EC0-0A05-5966-3E7F4710C5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8357" y="3162481"/>
            <a:ext cx="4587638" cy="2621507"/>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3D44C17C-D5BF-DCE5-3D6E-FF52972034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51316" y="2885278"/>
            <a:ext cx="3761363" cy="3175911"/>
          </a:xfrm>
          <a:prstGeom prst="rect">
            <a:avLst/>
          </a:prstGeom>
        </p:spPr>
      </p:pic>
    </p:spTree>
    <p:extLst>
      <p:ext uri="{BB962C8B-B14F-4D97-AF65-F5344CB8AC3E}">
        <p14:creationId xmlns:p14="http://schemas.microsoft.com/office/powerpoint/2010/main" val="21620769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0388C-E836-87CA-4D3B-2E0A38EB2247}"/>
              </a:ext>
            </a:extLst>
          </p:cNvPr>
          <p:cNvSpPr>
            <a:spLocks noGrp="1"/>
          </p:cNvSpPr>
          <p:nvPr>
            <p:ph type="title"/>
          </p:nvPr>
        </p:nvSpPr>
        <p:spPr>
          <a:xfrm>
            <a:off x="176596" y="277261"/>
            <a:ext cx="10515600" cy="1325563"/>
          </a:xfrm>
        </p:spPr>
        <p:txBody>
          <a:bodyPr>
            <a:normAutofit fontScale="90000"/>
          </a:bodyPr>
          <a:lstStyle/>
          <a:p>
            <a:pPr algn="l"/>
            <a:r>
              <a:rPr lang="en-US" sz="1800" b="1" i="0" dirty="0">
                <a:solidFill>
                  <a:srgbClr val="111827"/>
                </a:solidFill>
                <a:effectLst/>
                <a:latin typeface="__Inter_d65c78"/>
              </a:rPr>
              <a:t>How can we calculate the average sales amount for a specific region using a function?</a:t>
            </a:r>
            <a:br>
              <a:rPr lang="en-US" sz="1100" b="1" i="0" dirty="0">
                <a:solidFill>
                  <a:srgbClr val="111827"/>
                </a:solidFill>
                <a:effectLst/>
                <a:latin typeface="__Inter_d65c78"/>
              </a:rPr>
            </a:br>
            <a:r>
              <a:rPr lang="en-US" sz="1800" b="1" i="0" dirty="0">
                <a:solidFill>
                  <a:srgbClr val="111827"/>
                </a:solidFill>
                <a:effectLst/>
                <a:latin typeface="__Inter_d65c78"/>
              </a:rPr>
              <a:t>Explanation: </a:t>
            </a:r>
            <a:r>
              <a:rPr lang="en-US" sz="1800" b="0" i="0" dirty="0">
                <a:solidFill>
                  <a:srgbClr val="374151"/>
                </a:solidFill>
                <a:effectLst/>
                <a:latin typeface="__Inter_d65c78"/>
              </a:rPr>
              <a:t>Defines a function to calculate average sales for a given region, improving data analysis efficiency.</a:t>
            </a:r>
            <a:endParaRPr lang="en-IN" sz="1800" b="1" dirty="0"/>
          </a:p>
        </p:txBody>
      </p:sp>
      <p:sp>
        <p:nvSpPr>
          <p:cNvPr id="3" name="Text Placeholder 2">
            <a:extLst>
              <a:ext uri="{FF2B5EF4-FFF2-40B4-BE49-F238E27FC236}">
                <a16:creationId xmlns:a16="http://schemas.microsoft.com/office/drawing/2014/main" id="{2C68C351-D94C-273E-2ECD-F62BE33E92C6}"/>
              </a:ext>
            </a:extLst>
          </p:cNvPr>
          <p:cNvSpPr>
            <a:spLocks noGrp="1"/>
          </p:cNvSpPr>
          <p:nvPr>
            <p:ph type="body" idx="1"/>
          </p:nvPr>
        </p:nvSpPr>
        <p:spPr/>
        <p:txBody>
          <a:bodyPr/>
          <a:lstStyle/>
          <a:p>
            <a:r>
              <a:rPr lang="en-IN" dirty="0"/>
              <a:t>Input</a:t>
            </a:r>
          </a:p>
        </p:txBody>
      </p:sp>
      <p:sp>
        <p:nvSpPr>
          <p:cNvPr id="5" name="Text Placeholder 4">
            <a:extLst>
              <a:ext uri="{FF2B5EF4-FFF2-40B4-BE49-F238E27FC236}">
                <a16:creationId xmlns:a16="http://schemas.microsoft.com/office/drawing/2014/main" id="{29A0580D-D01C-41A7-F1DF-0B7BC4D257BA}"/>
              </a:ext>
            </a:extLst>
          </p:cNvPr>
          <p:cNvSpPr>
            <a:spLocks noGrp="1"/>
          </p:cNvSpPr>
          <p:nvPr>
            <p:ph type="body" sz="quarter" idx="3"/>
          </p:nvPr>
        </p:nvSpPr>
        <p:spPr/>
        <p:txBody>
          <a:bodyPr/>
          <a:lstStyle/>
          <a:p>
            <a:r>
              <a:rPr lang="en-IN" dirty="0"/>
              <a:t>Output</a:t>
            </a:r>
          </a:p>
        </p:txBody>
      </p:sp>
      <p:pic>
        <p:nvPicPr>
          <p:cNvPr id="11" name="Picture 10" descr="A screenshot of a computer code&#10;&#10;AI-generated content may be incorrect.">
            <a:extLst>
              <a:ext uri="{FF2B5EF4-FFF2-40B4-BE49-F238E27FC236}">
                <a16:creationId xmlns:a16="http://schemas.microsoft.com/office/drawing/2014/main" id="{616D7705-F6F2-2F84-DF23-1ABC3BD7B6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9788" y="2866896"/>
            <a:ext cx="3814508" cy="3360167"/>
          </a:xfrm>
          <a:prstGeom prst="rect">
            <a:avLst/>
          </a:prstGeom>
        </p:spPr>
      </p:pic>
      <p:pic>
        <p:nvPicPr>
          <p:cNvPr id="13" name="Picture 12" descr="A screenshot of a computer&#10;&#10;AI-generated content may be incorrect.">
            <a:extLst>
              <a:ext uri="{FF2B5EF4-FFF2-40B4-BE49-F238E27FC236}">
                <a16:creationId xmlns:a16="http://schemas.microsoft.com/office/drawing/2014/main" id="{D268B721-422B-60D1-9595-B0FF5E1D178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72200" y="3707656"/>
            <a:ext cx="3233254" cy="1478325"/>
          </a:xfrm>
          <a:prstGeom prst="rect">
            <a:avLst/>
          </a:prstGeom>
        </p:spPr>
      </p:pic>
    </p:spTree>
    <p:extLst>
      <p:ext uri="{BB962C8B-B14F-4D97-AF65-F5344CB8AC3E}">
        <p14:creationId xmlns:p14="http://schemas.microsoft.com/office/powerpoint/2010/main" val="14139291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6603D-136E-6238-F984-F6ED3EAE0FBB}"/>
            </a:ext>
          </a:extLst>
        </p:cNvPr>
        <p:cNvGrpSpPr/>
        <p:nvPr/>
      </p:nvGrpSpPr>
      <p:grpSpPr>
        <a:xfrm>
          <a:off x="0" y="0"/>
          <a:ext cx="0" cy="0"/>
          <a:chOff x="0" y="0"/>
          <a:chExt cx="0" cy="0"/>
        </a:xfrm>
      </p:grpSpPr>
      <p:sp>
        <p:nvSpPr>
          <p:cNvPr id="7" name="Rectangle 1">
            <a:extLst>
              <a:ext uri="{FF2B5EF4-FFF2-40B4-BE49-F238E27FC236}">
                <a16:creationId xmlns:a16="http://schemas.microsoft.com/office/drawing/2014/main" id="{492D4BA8-18B4-533D-24C5-08992A7B0CA5}"/>
              </a:ext>
            </a:extLst>
          </p:cNvPr>
          <p:cNvSpPr>
            <a:spLocks noGrp="1" noChangeArrowheads="1"/>
          </p:cNvSpPr>
          <p:nvPr>
            <p:ph type="title"/>
          </p:nvPr>
        </p:nvSpPr>
        <p:spPr bwMode="auto">
          <a:xfrm>
            <a:off x="181722" y="348222"/>
            <a:ext cx="10763948" cy="1107996"/>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sz="1600" b="1" i="0" dirty="0">
                <a:solidFill>
                  <a:srgbClr val="111827"/>
                </a:solidFill>
                <a:effectLst/>
                <a:latin typeface="__Inter_d65c78"/>
              </a:rPr>
              <a:t>How can we create a trigger to prevent the insertion of duplicate salesperson IDs in the people table?</a:t>
            </a:r>
            <a:br>
              <a:rPr kumimoji="0" lang="en-US" altLang="en-US" sz="1600" b="1" i="0" u="none" strike="noStrike" cap="none" normalizeH="0" baseline="0" dirty="0">
                <a:ln>
                  <a:noFill/>
                </a:ln>
                <a:solidFill>
                  <a:schemeClr val="tx1"/>
                </a:solidFill>
                <a:effectLst/>
                <a:latin typeface="__Inter_d65c78"/>
              </a:rPr>
            </a:br>
            <a:r>
              <a:rPr kumimoji="0" lang="en-US" altLang="en-US" sz="2000" b="1" i="0" u="none" strike="noStrike" cap="none" normalizeH="0" baseline="0" dirty="0">
                <a:ln>
                  <a:noFill/>
                </a:ln>
                <a:solidFill>
                  <a:schemeClr val="tx1"/>
                </a:solidFill>
                <a:effectLst/>
                <a:latin typeface="__Inter_d65c78"/>
              </a:rPr>
              <a:t>Explanation: </a:t>
            </a:r>
            <a:r>
              <a:rPr lang="en-US" sz="1400" b="0" i="0" dirty="0">
                <a:solidFill>
                  <a:srgbClr val="374151"/>
                </a:solidFill>
                <a:effectLst/>
                <a:latin typeface="__Inter_d65c78"/>
              </a:rPr>
              <a:t>Creates a trigger to prevent duplicate salesperson IDs in the people table, ensuring data integrity during insertions.</a:t>
            </a:r>
            <a:endParaRPr kumimoji="0" lang="en-US" altLang="en-US" sz="1400" i="0" u="none" strike="noStrike" cap="none" normalizeH="0" baseline="0" dirty="0">
              <a:ln>
                <a:noFill/>
              </a:ln>
              <a:solidFill>
                <a:schemeClr val="tx1"/>
              </a:solidFill>
              <a:effectLst/>
              <a:latin typeface="__Inter_d65c78"/>
            </a:endParaRPr>
          </a:p>
        </p:txBody>
      </p:sp>
      <p:sp>
        <p:nvSpPr>
          <p:cNvPr id="3" name="Text Placeholder 2">
            <a:extLst>
              <a:ext uri="{FF2B5EF4-FFF2-40B4-BE49-F238E27FC236}">
                <a16:creationId xmlns:a16="http://schemas.microsoft.com/office/drawing/2014/main" id="{409A357D-84F5-906D-F052-75F0B9EE9537}"/>
              </a:ext>
            </a:extLst>
          </p:cNvPr>
          <p:cNvSpPr>
            <a:spLocks noGrp="1"/>
          </p:cNvSpPr>
          <p:nvPr>
            <p:ph type="body" idx="1"/>
          </p:nvPr>
        </p:nvSpPr>
        <p:spPr/>
        <p:txBody>
          <a:bodyPr/>
          <a:lstStyle/>
          <a:p>
            <a:r>
              <a:rPr lang="en-IN" dirty="0"/>
              <a:t>Input</a:t>
            </a:r>
          </a:p>
        </p:txBody>
      </p:sp>
      <p:sp>
        <p:nvSpPr>
          <p:cNvPr id="5" name="Text Placeholder 4">
            <a:extLst>
              <a:ext uri="{FF2B5EF4-FFF2-40B4-BE49-F238E27FC236}">
                <a16:creationId xmlns:a16="http://schemas.microsoft.com/office/drawing/2014/main" id="{E83BB712-AC96-8542-C4DA-8BA05D56ED1F}"/>
              </a:ext>
            </a:extLst>
          </p:cNvPr>
          <p:cNvSpPr>
            <a:spLocks noGrp="1"/>
          </p:cNvSpPr>
          <p:nvPr>
            <p:ph type="body" sz="quarter" idx="3"/>
          </p:nvPr>
        </p:nvSpPr>
        <p:spPr/>
        <p:txBody>
          <a:bodyPr/>
          <a:lstStyle/>
          <a:p>
            <a:r>
              <a:rPr lang="en-IN" dirty="0"/>
              <a:t>Output</a:t>
            </a:r>
          </a:p>
        </p:txBody>
      </p:sp>
      <p:pic>
        <p:nvPicPr>
          <p:cNvPr id="14" name="Picture 13" descr="A close up of a screen&#10;&#10;AI-generated content may be incorrect.">
            <a:extLst>
              <a:ext uri="{FF2B5EF4-FFF2-40B4-BE49-F238E27FC236}">
                <a16:creationId xmlns:a16="http://schemas.microsoft.com/office/drawing/2014/main" id="{74167BAB-5B5D-AA6B-BAB3-E68C8C847A5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27648" y="4162150"/>
            <a:ext cx="3694176" cy="1196365"/>
          </a:xfrm>
          <a:prstGeom prst="rect">
            <a:avLst/>
          </a:prstGeom>
        </p:spPr>
      </p:pic>
      <p:pic>
        <p:nvPicPr>
          <p:cNvPr id="10" name="Picture 9" descr="A screen shot of a computer program&#10;&#10;AI-generated content may be incorrect.">
            <a:extLst>
              <a:ext uri="{FF2B5EF4-FFF2-40B4-BE49-F238E27FC236}">
                <a16:creationId xmlns:a16="http://schemas.microsoft.com/office/drawing/2014/main" id="{6C8F82E2-17C3-21CA-A368-8441C56EA8E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9788" y="2634466"/>
            <a:ext cx="4692332" cy="3629173"/>
          </a:xfrm>
          <a:prstGeom prst="rect">
            <a:avLst/>
          </a:prstGeom>
        </p:spPr>
      </p:pic>
    </p:spTree>
    <p:extLst>
      <p:ext uri="{BB962C8B-B14F-4D97-AF65-F5344CB8AC3E}">
        <p14:creationId xmlns:p14="http://schemas.microsoft.com/office/powerpoint/2010/main" val="27098821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D1D6BE-CAF2-F798-DE1B-4AA47DEA53FE}"/>
              </a:ext>
            </a:extLst>
          </p:cNvPr>
          <p:cNvSpPr>
            <a:spLocks noGrp="1"/>
          </p:cNvSpPr>
          <p:nvPr>
            <p:ph type="title"/>
          </p:nvPr>
        </p:nvSpPr>
        <p:spPr>
          <a:xfrm>
            <a:off x="166548" y="355600"/>
            <a:ext cx="10515600" cy="1325563"/>
          </a:xfrm>
        </p:spPr>
        <p:txBody>
          <a:bodyPr>
            <a:normAutofit/>
          </a:bodyPr>
          <a:lstStyle/>
          <a:p>
            <a:pPr algn="l"/>
            <a:r>
              <a:rPr lang="en-US" sz="1600" b="1" i="0" dirty="0">
                <a:solidFill>
                  <a:srgbClr val="111827"/>
                </a:solidFill>
                <a:effectLst/>
                <a:latin typeface="__Inter_d65c78"/>
              </a:rPr>
              <a:t>How can we create a view to display comprehensive product information along with sales and geographic details?</a:t>
            </a:r>
            <a:br>
              <a:rPr lang="en-US" sz="1100" b="1" i="0" dirty="0">
                <a:solidFill>
                  <a:srgbClr val="111827"/>
                </a:solidFill>
                <a:effectLst/>
                <a:latin typeface="__Inter_d65c78"/>
              </a:rPr>
            </a:br>
            <a:r>
              <a:rPr lang="en-US" sz="1600" b="1" i="0" dirty="0">
                <a:solidFill>
                  <a:srgbClr val="111827"/>
                </a:solidFill>
                <a:effectLst/>
                <a:latin typeface="__Inter_d65c78"/>
              </a:rPr>
              <a:t>Explanation: </a:t>
            </a:r>
            <a:r>
              <a:rPr lang="en-US" sz="1400" b="0" i="0" dirty="0">
                <a:solidFill>
                  <a:srgbClr val="374151"/>
                </a:solidFill>
                <a:effectLst/>
                <a:latin typeface="__Inter_d65c78"/>
              </a:rPr>
              <a:t>Creates a view to display detailed product and sales information, streamlining data retrieval for analysis.</a:t>
            </a:r>
            <a:endParaRPr lang="en-IN" sz="1400" b="1" dirty="0">
              <a:latin typeface="__Inter_d65c78"/>
            </a:endParaRPr>
          </a:p>
        </p:txBody>
      </p:sp>
      <p:sp>
        <p:nvSpPr>
          <p:cNvPr id="3" name="Text Placeholder 2">
            <a:extLst>
              <a:ext uri="{FF2B5EF4-FFF2-40B4-BE49-F238E27FC236}">
                <a16:creationId xmlns:a16="http://schemas.microsoft.com/office/drawing/2014/main" id="{94E0167C-79FB-7EB0-3DFB-77AB2069CEA6}"/>
              </a:ext>
            </a:extLst>
          </p:cNvPr>
          <p:cNvSpPr>
            <a:spLocks noGrp="1"/>
          </p:cNvSpPr>
          <p:nvPr>
            <p:ph type="body" idx="1"/>
          </p:nvPr>
        </p:nvSpPr>
        <p:spPr/>
        <p:txBody>
          <a:bodyPr/>
          <a:lstStyle/>
          <a:p>
            <a:r>
              <a:rPr lang="en-IN" dirty="0"/>
              <a:t>Input		</a:t>
            </a:r>
          </a:p>
        </p:txBody>
      </p:sp>
      <p:sp>
        <p:nvSpPr>
          <p:cNvPr id="5" name="Text Placeholder 4">
            <a:extLst>
              <a:ext uri="{FF2B5EF4-FFF2-40B4-BE49-F238E27FC236}">
                <a16:creationId xmlns:a16="http://schemas.microsoft.com/office/drawing/2014/main" id="{815AA738-F2F9-3B5D-8DE6-AB20A13E62FD}"/>
              </a:ext>
            </a:extLst>
          </p:cNvPr>
          <p:cNvSpPr>
            <a:spLocks noGrp="1"/>
          </p:cNvSpPr>
          <p:nvPr>
            <p:ph type="body" sz="quarter" idx="3"/>
          </p:nvPr>
        </p:nvSpPr>
        <p:spPr/>
        <p:txBody>
          <a:bodyPr/>
          <a:lstStyle/>
          <a:p>
            <a:r>
              <a:rPr lang="en-IN" dirty="0"/>
              <a:t>Output</a:t>
            </a:r>
          </a:p>
        </p:txBody>
      </p:sp>
      <p:pic>
        <p:nvPicPr>
          <p:cNvPr id="8" name="Picture 7" descr="A screenshot of a computer program&#10;&#10;AI-generated content may be incorrect.">
            <a:extLst>
              <a:ext uri="{FF2B5EF4-FFF2-40B4-BE49-F238E27FC236}">
                <a16:creationId xmlns:a16="http://schemas.microsoft.com/office/drawing/2014/main" id="{BAF63AB4-7FA3-FC33-29BD-A3D2B44384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9788" y="3076956"/>
            <a:ext cx="4370964" cy="2724912"/>
          </a:xfrm>
          <a:prstGeom prst="rect">
            <a:avLst/>
          </a:prstGeom>
        </p:spPr>
      </p:pic>
      <p:pic>
        <p:nvPicPr>
          <p:cNvPr id="6" name="Picture 5" descr="A screenshot of a computer&#10;&#10;AI-generated content may be incorrect.">
            <a:extLst>
              <a:ext uri="{FF2B5EF4-FFF2-40B4-BE49-F238E27FC236}">
                <a16:creationId xmlns:a16="http://schemas.microsoft.com/office/drawing/2014/main" id="{33966D4D-1DAA-3E63-E8AD-7356818F74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1" y="3006726"/>
            <a:ext cx="5974080" cy="2795142"/>
          </a:xfrm>
          <a:prstGeom prst="rect">
            <a:avLst/>
          </a:prstGeom>
        </p:spPr>
      </p:pic>
    </p:spTree>
    <p:extLst>
      <p:ext uri="{BB962C8B-B14F-4D97-AF65-F5344CB8AC3E}">
        <p14:creationId xmlns:p14="http://schemas.microsoft.com/office/powerpoint/2010/main" val="41061907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584344D-22F0-E387-431D-FB1A55B497C4}"/>
              </a:ext>
            </a:extLst>
          </p:cNvPr>
          <p:cNvSpPr>
            <a:spLocks noGrp="1"/>
          </p:cNvSpPr>
          <p:nvPr>
            <p:ph type="title"/>
          </p:nvPr>
        </p:nvSpPr>
        <p:spPr>
          <a:xfrm>
            <a:off x="4381081" y="978776"/>
            <a:ext cx="6989725" cy="1174991"/>
          </a:xfrm>
        </p:spPr>
        <p:txBody>
          <a:bodyPr vert="horz" lIns="182880" tIns="182880" rIns="182880" bIns="182880" rtlCol="0" anchor="ctr" anchorCtr="1">
            <a:normAutofit/>
          </a:bodyPr>
          <a:lstStyle/>
          <a:p>
            <a:r>
              <a:rPr lang="en-US" sz="2400"/>
              <a:t>Conclusion</a:t>
            </a:r>
          </a:p>
        </p:txBody>
      </p:sp>
      <p:pic>
        <p:nvPicPr>
          <p:cNvPr id="16" name="Picture 15" descr="Digital financial graph">
            <a:extLst>
              <a:ext uri="{FF2B5EF4-FFF2-40B4-BE49-F238E27FC236}">
                <a16:creationId xmlns:a16="http://schemas.microsoft.com/office/drawing/2014/main" id="{353A65DF-3020-4308-7F70-ED17D88C201C}"/>
              </a:ext>
            </a:extLst>
          </p:cNvPr>
          <p:cNvPicPr>
            <a:picLocks noChangeAspect="1"/>
          </p:cNvPicPr>
          <p:nvPr/>
        </p:nvPicPr>
        <p:blipFill>
          <a:blip r:embed="rId2"/>
          <a:srcRect l="38543" r="23257"/>
          <a:stretch/>
        </p:blipFill>
        <p:spPr>
          <a:xfrm>
            <a:off x="20" y="10"/>
            <a:ext cx="3979127" cy="6857990"/>
          </a:xfrm>
          <a:prstGeom prst="rect">
            <a:avLst/>
          </a:prstGeom>
        </p:spPr>
      </p:pic>
      <p:sp>
        <p:nvSpPr>
          <p:cNvPr id="10" name="TextBox 9">
            <a:extLst>
              <a:ext uri="{FF2B5EF4-FFF2-40B4-BE49-F238E27FC236}">
                <a16:creationId xmlns:a16="http://schemas.microsoft.com/office/drawing/2014/main" id="{6DC711C1-2817-0859-DD38-A3A02F51CBD9}"/>
              </a:ext>
            </a:extLst>
          </p:cNvPr>
          <p:cNvSpPr txBox="1"/>
          <p:nvPr/>
        </p:nvSpPr>
        <p:spPr>
          <a:xfrm>
            <a:off x="4381081" y="2640692"/>
            <a:ext cx="6989725" cy="3255252"/>
          </a:xfrm>
          <a:prstGeom prst="rect">
            <a:avLst/>
          </a:prstGeom>
        </p:spPr>
        <p:txBody>
          <a:bodyPr vert="horz" lIns="91440" tIns="45720" rIns="91440" bIns="45720" rtlCol="0">
            <a:normAutofit/>
          </a:bodyPr>
          <a:lstStyle/>
          <a:p>
            <a:pPr defTabSz="914400">
              <a:spcBef>
                <a:spcPts val="1000"/>
              </a:spcBef>
              <a:buClr>
                <a:schemeClr val="accent2"/>
              </a:buClr>
            </a:pPr>
            <a:r>
              <a:rPr lang="en-US" sz="2000" b="0" i="0" dirty="0">
                <a:solidFill>
                  <a:schemeClr val="tx1">
                    <a:lumMod val="85000"/>
                    <a:lumOff val="15000"/>
                  </a:schemeClr>
                </a:solidFill>
                <a:effectLst/>
              </a:rPr>
              <a:t>In this project, I utilized SQL to manage and analyze sales data through key features such as joins for comprehensive reporting, stored procedures for inserting new salespersons, and functions to calculate average sales by region. Additionally, I implemented triggers to ensure data integrity by preventing duplicate entries. This approach demonstrated my ability to leverage database functionalities to drive informed business decisions and enhance operational efficiency.</a:t>
            </a:r>
            <a:endParaRPr lang="en-US" sz="2000" dirty="0">
              <a:solidFill>
                <a:schemeClr val="tx1">
                  <a:lumMod val="85000"/>
                  <a:lumOff val="15000"/>
                </a:schemeClr>
              </a:solidFill>
            </a:endParaRPr>
          </a:p>
        </p:txBody>
      </p:sp>
    </p:spTree>
    <p:extLst>
      <p:ext uri="{BB962C8B-B14F-4D97-AF65-F5344CB8AC3E}">
        <p14:creationId xmlns:p14="http://schemas.microsoft.com/office/powerpoint/2010/main" val="2837642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C7FF834-B204-4967-8D47-8BB36EAF0E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68580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780A22D-61EA-43E3-BD94-3E39CF9021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918509"/>
            <a:ext cx="12192000" cy="193949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769AD0E-D710-C3F1-956C-B6E3236BED1E}"/>
              </a:ext>
            </a:extLst>
          </p:cNvPr>
          <p:cNvSpPr>
            <a:spLocks noGrp="1"/>
          </p:cNvSpPr>
          <p:nvPr>
            <p:ph type="title"/>
          </p:nvPr>
        </p:nvSpPr>
        <p:spPr>
          <a:xfrm>
            <a:off x="1600200" y="4269282"/>
            <a:ext cx="8991600" cy="1264762"/>
          </a:xfrm>
        </p:spPr>
        <p:txBody>
          <a:bodyPr vert="horz" lIns="274320" tIns="182880" rIns="274320" bIns="182880" rtlCol="0" anchor="ctr" anchorCtr="1">
            <a:normAutofit/>
          </a:bodyPr>
          <a:lstStyle/>
          <a:p>
            <a:r>
              <a:rPr lang="en-US" sz="3200"/>
              <a:t>Thank you</a:t>
            </a:r>
          </a:p>
        </p:txBody>
      </p:sp>
      <p:pic>
        <p:nvPicPr>
          <p:cNvPr id="6" name="Graphic 5" descr="Handshake">
            <a:extLst>
              <a:ext uri="{FF2B5EF4-FFF2-40B4-BE49-F238E27FC236}">
                <a16:creationId xmlns:a16="http://schemas.microsoft.com/office/drawing/2014/main" id="{5893E30B-4CDB-F853-603F-172F3FA8052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445346" y="640078"/>
            <a:ext cx="3301307" cy="3301307"/>
          </a:xfrm>
          <a:prstGeom prst="rect">
            <a:avLst/>
          </a:prstGeom>
        </p:spPr>
      </p:pic>
    </p:spTree>
    <p:extLst>
      <p:ext uri="{BB962C8B-B14F-4D97-AF65-F5344CB8AC3E}">
        <p14:creationId xmlns:p14="http://schemas.microsoft.com/office/powerpoint/2010/main" val="4029629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nodeType="withEffect">
                                  <p:stCondLst>
                                    <p:cond delay="500"/>
                                  </p:stCondLst>
                                  <p:iterate>
                                    <p:tmPct val="10000"/>
                                  </p:iterate>
                                  <p:childTnLst>
                                    <p:set>
                                      <p:cBhvr>
                                        <p:cTn id="9" dur="1" fill="hold">
                                          <p:stCondLst>
                                            <p:cond delay="0"/>
                                          </p:stCondLst>
                                        </p:cTn>
                                        <p:tgtEl>
                                          <p:spTgt spid="6"/>
                                        </p:tgtEl>
                                        <p:attrNameLst>
                                          <p:attrName>style.visibility</p:attrName>
                                        </p:attrNameLst>
                                      </p:cBhvr>
                                      <p:to>
                                        <p:strVal val="visible"/>
                                      </p:to>
                                    </p:set>
                                    <p:animEffect transition="in" filter="fade">
                                      <p:cBhvr>
                                        <p:cTn id="10" dur="7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theme/theme1.xml><?xml version="1.0" encoding="utf-8"?>
<a:theme xmlns:a="http://schemas.openxmlformats.org/drawingml/2006/main" name="Parcel">
  <a:themeElements>
    <a:clrScheme name="Parcel">
      <a:dk1>
        <a:srgbClr val="000000"/>
      </a:dk1>
      <a:lt1>
        <a:srgbClr val="FFFFFF"/>
      </a:lt1>
      <a:dk2>
        <a:srgbClr val="4A5356"/>
      </a:dk2>
      <a:lt2>
        <a:srgbClr val="E8E3CE"/>
      </a:lt2>
      <a:accent1>
        <a:srgbClr val="F6A21D"/>
      </a:accent1>
      <a:accent2>
        <a:srgbClr val="9BAFB5"/>
      </a:accent2>
      <a:accent3>
        <a:srgbClr val="C96731"/>
      </a:accent3>
      <a:accent4>
        <a:srgbClr val="9CA383"/>
      </a:accent4>
      <a:accent5>
        <a:srgbClr val="87795D"/>
      </a:accent5>
      <a:accent6>
        <a:srgbClr val="A0988C"/>
      </a:accent6>
      <a:hlink>
        <a:srgbClr val="00B0F0"/>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5E3DAAF-E47F-4DC4-A08F-ACAEB2D52588}">
  <we:reference id="wa200005566" version="3.0.0.3" store="en-US" storeType="OMEX"/>
  <we:alternateReferences>
    <we:reference id="wa200005566" version="3.0.0.3" store="wa200005566"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Parcel</Template>
  <TotalTime>530</TotalTime>
  <Words>695</Words>
  <Application>Microsoft Office PowerPoint</Application>
  <PresentationFormat>Widescreen</PresentationFormat>
  <Paragraphs>62</Paragraphs>
  <Slides>20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__Inter_d65c78</vt:lpstr>
      <vt:lpstr>Amasis MT Pro</vt:lpstr>
      <vt:lpstr>Arial</vt:lpstr>
      <vt:lpstr>Gill Sans MT</vt:lpstr>
      <vt:lpstr>Parcel</vt:lpstr>
      <vt:lpstr>Sales and Product Management System</vt:lpstr>
      <vt:lpstr>Project Objectives</vt:lpstr>
      <vt:lpstr>Database Structure</vt:lpstr>
      <vt:lpstr>Modifying column name: Explanation: Renames "Geo" column to "Country" in the "geo" table.</vt:lpstr>
      <vt:lpstr>How can we modify the Region column in the geo table to ensure it cannot contain NULL values? Explanation: Modifies the Region column in the geo table to disallow NULL values, ensuring all records have valid data.</vt:lpstr>
      <vt:lpstr>To summarize total sales and boxes sold by product category: Expalnation:  Calculates total sales and boxes sold by product category. </vt:lpstr>
      <vt:lpstr>Which sales records belong to specific salespersons (SPIDs) . Explanation: Retrieves sales records for specified salespersons using the IN operator.</vt:lpstr>
      <vt:lpstr>Which product categories have names starting with ‘B’ ? EXPLANATION: Retrieves products whose names start with 'A' using the LIKE operator. </vt:lpstr>
      <vt:lpstr>What are the top 10 sales records by amount? Explanation:Retrieves the top 10 sales records ordered by amount using the LIMIT clause.</vt:lpstr>
      <vt:lpstr>How can I list all sales records ordered by sale date? Explanation: Lists all sales records ordered by sale date in ascending order.</vt:lpstr>
      <vt:lpstr>Calculate the total count of salespersons in each Team from the people table. Explanation: This query calculates total number of salespersons in each team from the ‘people’ table</vt:lpstr>
      <vt:lpstr>Which products have total sales greater than $1,000? Explanation:Filters products with total sales greater than $1,000 using GROUP BY and HAVING clauses.</vt:lpstr>
      <vt:lpstr>Which salespersons have total sales greater than the total sales of a specific product? Explanation: Identifies salespersons whose total sales exceed those of a specified product using a sub-query for comparison.</vt:lpstr>
      <vt:lpstr>What are the sales records for the salesperson "Barr Faughny" in the "BARS" category, ordered by sales amount? Explanation: Retrieves sales records for "Barr Faughny" in the "BARS" category, ordered by sales amount in descending order.</vt:lpstr>
      <vt:lpstr>How can we insert a new salesperson into the "people" table using a stored procedure? Explanation: Creates a stored procedure to insert a new salesperson into the "people" table, enhancing data management efficiency.</vt:lpstr>
      <vt:lpstr>How can we calculate the average sales amount for a specific region using a function? Explanation: Defines a function to calculate average sales for a given region, improving data analysis efficiency.</vt:lpstr>
      <vt:lpstr>How can we create a trigger to prevent the insertion of duplicate salesperson IDs in the people table? Explanation: Creates a trigger to prevent duplicate salesperson IDs in the people table, ensuring data integrity during insertions.</vt:lpstr>
      <vt:lpstr>How can we create a view to display comprehensive product information along with sales and geographic details? Explanation: Creates a view to display detailed product and sales information, streamlining data retrieval for analysis.</vt:lpstr>
      <vt:lpstr>Conclusion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masalapaneer01</dc:creator>
  <cp:lastModifiedBy>masalapaneer01</cp:lastModifiedBy>
  <cp:revision>62</cp:revision>
  <dcterms:created xsi:type="dcterms:W3CDTF">2025-04-04T08:00:33Z</dcterms:created>
  <dcterms:modified xsi:type="dcterms:W3CDTF">2025-04-15T13:52:17Z</dcterms:modified>
</cp:coreProperties>
</file>